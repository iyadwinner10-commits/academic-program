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diagrams/layout1.xml" ContentType="application/vnd.openxmlformats-officedocument.drawingml.diagramLayout+xml"/>
  <Override PartName="/ppt/diagrams/data1.xml" ContentType="application/vnd.openxmlformats-officedocument.drawingml.diagramData+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notesSlides/notesSlide1.xml" ContentType="application/vnd.openxmlformats-officedocument.presentationml.notesSlide+xml"/>
  <Override PartName="/ppt/slides/slide4.xml" ContentType="application/vnd.openxmlformats-officedocument.presentationml.slide+xml"/>
  <Override PartName="/ppt/diagrams/layout2.xml" ContentType="application/vnd.openxmlformats-officedocument.drawingml.diagramLayout+xml"/>
  <Override PartName="/ppt/diagrams/data2.xml" ContentType="application/vnd.openxmlformats-officedocument.drawingml.diagramData+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notesSlides/notesSlide2.xml" ContentType="application/vnd.openxmlformats-officedocument.presentationml.notesSlide+xml"/>
  <Override PartName="/ppt/slides/slide5.xml" ContentType="application/vnd.openxmlformats-officedocument.presentationml.slide+xml"/>
  <Override PartName="/ppt/diagrams/layout3.xml" ContentType="application/vnd.openxmlformats-officedocument.drawingml.diagramLayout+xml"/>
  <Override PartName="/ppt/diagrams/data3.xml" ContentType="application/vnd.openxmlformats-officedocument.drawingml.diagramData+xml"/>
  <Override PartName="/ppt/diagrams/drawing3.xml" ContentType="application/vnd.ms-office.drawingml.diagramDrawing+xml"/>
  <Override PartName="/ppt/diagrams/colors3.xml" ContentType="application/vnd.openxmlformats-officedocument.drawingml.diagramColors+xml"/>
  <Override PartName="/ppt/diagrams/quickStyle3.xml" ContentType="application/vnd.openxmlformats-officedocument.drawingml.diagramStyle+xml"/>
  <Override PartName="/ppt/notesSlides/notesSlide3.xml" ContentType="application/vnd.openxmlformats-officedocument.presentationml.notesSlide+xml"/>
  <Override PartName="/ppt/slides/slide6.xml" ContentType="application/vnd.openxmlformats-officedocument.presentationml.slide+xml"/>
  <Override PartName="/ppt/diagrams/layout4.xml" ContentType="application/vnd.openxmlformats-officedocument.drawingml.diagramLayout+xml"/>
  <Override PartName="/ppt/diagrams/data4.xml" ContentType="application/vnd.openxmlformats-officedocument.drawingml.diagramData+xml"/>
  <Override PartName="/ppt/diagrams/drawing4.xml" ContentType="application/vnd.ms-office.drawingml.diagramDrawing+xml"/>
  <Override PartName="/ppt/diagrams/colors4.xml" ContentType="application/vnd.openxmlformats-officedocument.drawingml.diagramColors+xml"/>
  <Override PartName="/ppt/diagrams/quickStyle4.xml" ContentType="application/vnd.openxmlformats-officedocument.drawingml.diagramStyle+xml"/>
  <Override PartName="/ppt/notesSlides/notesSlide4.xml" ContentType="application/vnd.openxmlformats-officedocument.presentationml.notesSlide+xml"/>
  <Override PartName="/ppt/slides/slide7.xml" ContentType="application/vnd.openxmlformats-officedocument.presentationml.slide+xml"/>
  <Override PartName="/ppt/diagrams/layout5.xml" ContentType="application/vnd.openxmlformats-officedocument.drawingml.diagramLayout+xml"/>
  <Override PartName="/ppt/diagrams/data5.xml" ContentType="application/vnd.openxmlformats-officedocument.drawingml.diagramData+xml"/>
  <Override PartName="/ppt/diagrams/drawing5.xml" ContentType="application/vnd.ms-office.drawingml.diagramDrawing+xml"/>
  <Override PartName="/ppt/diagrams/colors5.xml" ContentType="application/vnd.openxmlformats-officedocument.drawingml.diagramColors+xml"/>
  <Override PartName="/ppt/diagrams/quickStyle5.xml" ContentType="application/vnd.openxmlformats-officedocument.drawingml.diagramStyle+xml"/>
  <Override PartName="/ppt/notesSlides/notesSlide5.xml" ContentType="application/vnd.openxmlformats-officedocument.presentationml.notesSlide+xml"/>
  <Override PartName="/ppt/slides/slide8.xml" ContentType="application/vnd.openxmlformats-officedocument.presentationml.slide+xml"/>
  <Override PartName="/ppt/diagrams/layout6.xml" ContentType="application/vnd.openxmlformats-officedocument.drawingml.diagramLayout+xml"/>
  <Override PartName="/ppt/diagrams/data6.xml" ContentType="application/vnd.openxmlformats-officedocument.drawingml.diagramData+xml"/>
  <Override PartName="/ppt/diagrams/drawing6.xml" ContentType="application/vnd.ms-office.drawingml.diagramDrawing+xml"/>
  <Override PartName="/ppt/diagrams/colors6.xml" ContentType="application/vnd.openxmlformats-officedocument.drawingml.diagramColors+xml"/>
  <Override PartName="/ppt/diagrams/quickStyle6.xml" ContentType="application/vnd.openxmlformats-officedocument.drawingml.diagramStyle+xml"/>
  <Override PartName="/ppt/notesSlides/notesSlide6.xml" ContentType="application/vnd.openxmlformats-officedocument.presentationml.notesSlide+xml"/>
  <Override PartName="/ppt/slides/slide9.xml" ContentType="application/vnd.openxmlformats-officedocument.presentationml.slide+xml"/>
  <Override PartName="/ppt/diagrams/layout7.xml" ContentType="application/vnd.openxmlformats-officedocument.drawingml.diagramLayout+xml"/>
  <Override PartName="/ppt/diagrams/data7.xml" ContentType="application/vnd.openxmlformats-officedocument.drawingml.diagramData+xml"/>
  <Override PartName="/ppt/diagrams/drawing7.xml" ContentType="application/vnd.ms-office.drawingml.diagramDrawing+xml"/>
  <Override PartName="/ppt/diagrams/colors7.xml" ContentType="application/vnd.openxmlformats-officedocument.drawingml.diagramColors+xml"/>
  <Override PartName="/ppt/diagrams/quickStyle7.xml" ContentType="application/vnd.openxmlformats-officedocument.drawingml.diagramStyle+xml"/>
  <Override PartName="/ppt/notesSlides/notesSlide7.xml" ContentType="application/vnd.openxmlformats-officedocument.presentationml.notesSlide+xml"/>
  <Override PartName="/ppt/slides/slide10.xml" ContentType="application/vnd.openxmlformats-officedocument.presentationml.slide+xml"/>
  <Override PartName="/ppt/diagrams/layout8.xml" ContentType="application/vnd.openxmlformats-officedocument.drawingml.diagramLayout+xml"/>
  <Override PartName="/ppt/diagrams/data8.xml" ContentType="application/vnd.openxmlformats-officedocument.drawingml.diagramData+xml"/>
  <Override PartName="/ppt/diagrams/drawing8.xml" ContentType="application/vnd.ms-office.drawingml.diagramDrawing+xml"/>
  <Override PartName="/ppt/diagrams/colors8.xml" ContentType="application/vnd.openxmlformats-officedocument.drawingml.diagramColors+xml"/>
  <Override PartName="/ppt/diagrams/quickStyle8.xml" ContentType="application/vnd.openxmlformats-officedocument.drawingml.diagramStyle+xml"/>
  <Override PartName="/ppt/notesSlides/notesSlide8.xml" ContentType="application/vnd.openxmlformats-officedocument.presentationml.notesSlide+xml"/>
  <Override PartName="/ppt/slides/slide11.xml" ContentType="application/vnd.openxmlformats-officedocument.presentationml.slide+xml"/>
  <Override PartName="/ppt/diagrams/layout9.xml" ContentType="application/vnd.openxmlformats-officedocument.drawingml.diagramLayout+xml"/>
  <Override PartName="/ppt/diagrams/data9.xml" ContentType="application/vnd.openxmlformats-officedocument.drawingml.diagramData+xml"/>
  <Override PartName="/ppt/diagrams/drawing9.xml" ContentType="application/vnd.ms-office.drawingml.diagramDrawing+xml"/>
  <Override PartName="/ppt/diagrams/colors9.xml" ContentType="application/vnd.openxmlformats-officedocument.drawingml.diagramColors+xml"/>
  <Override PartName="/ppt/diagrams/quickStyle9.xml" ContentType="application/vnd.openxmlformats-officedocument.drawingml.diagramStyle+xml"/>
  <Override PartName="/ppt/notesSlides/notesSlide9.xml" ContentType="application/vnd.openxmlformats-officedocument.presentationml.notesSlide+xml"/>
  <Override PartName="/ppt/slides/slide12.xml" ContentType="application/vnd.openxmlformats-officedocument.presentationml.slide+xml"/>
  <Override PartName="/ppt/diagrams/layout10.xml" ContentType="application/vnd.openxmlformats-officedocument.drawingml.diagramLayout+xml"/>
  <Override PartName="/ppt/diagrams/data10.xml" ContentType="application/vnd.openxmlformats-officedocument.drawingml.diagramData+xml"/>
  <Override PartName="/ppt/diagrams/drawing10.xml" ContentType="application/vnd.ms-office.drawingml.diagramDrawing+xml"/>
  <Override PartName="/ppt/diagrams/colors10.xml" ContentType="application/vnd.openxmlformats-officedocument.drawingml.diagramColors+xml"/>
  <Override PartName="/ppt/diagrams/quickStyle10.xml" ContentType="application/vnd.openxmlformats-officedocument.drawingml.diagramStyle+xml"/>
  <Override PartName="/ppt/notesSlides/notesSlide10.xml" ContentType="application/vnd.openxmlformats-officedocument.presentationml.notesSlide+xml"/>
  <Override PartName="/ppt/slides/slide13.xml" ContentType="application/vnd.openxmlformats-officedocument.presentationml.slide+xml"/>
  <Override PartName="/ppt/diagrams/layout11.xml" ContentType="application/vnd.openxmlformats-officedocument.drawingml.diagramLayout+xml"/>
  <Override PartName="/ppt/diagrams/data11.xml" ContentType="application/vnd.openxmlformats-officedocument.drawingml.diagramData+xml"/>
  <Override PartName="/ppt/diagrams/drawing11.xml" ContentType="application/vnd.ms-office.drawingml.diagramDrawing+xml"/>
  <Override PartName="/ppt/diagrams/colors11.xml" ContentType="application/vnd.openxmlformats-officedocument.drawingml.diagramColors+xml"/>
  <Override PartName="/ppt/diagrams/quickStyle11.xml" ContentType="application/vnd.openxmlformats-officedocument.drawingml.diagramStyle+xml"/>
  <Override PartName="/ppt/notesSlides/notesSlide11.xml" ContentType="application/vnd.openxmlformats-officedocument.presentationml.notesSlide+xml"/>
  <Override PartName="/ppt/slides/slide14.xml" ContentType="application/vnd.openxmlformats-officedocument.presentationml.slide+xml"/>
  <Override PartName="/ppt/diagrams/layout12.xml" ContentType="application/vnd.openxmlformats-officedocument.drawingml.diagramLayout+xml"/>
  <Override PartName="/ppt/diagrams/data12.xml" ContentType="application/vnd.openxmlformats-officedocument.drawingml.diagramData+xml"/>
  <Override PartName="/ppt/diagrams/drawing12.xml" ContentType="application/vnd.ms-office.drawingml.diagramDrawing+xml"/>
  <Override PartName="/ppt/diagrams/colors12.xml" ContentType="application/vnd.openxmlformats-officedocument.drawingml.diagramColors+xml"/>
  <Override PartName="/ppt/diagrams/quickStyle12.xml" ContentType="application/vnd.openxmlformats-officedocument.drawingml.diagramStyle+xml"/>
  <Override PartName="/ppt/notesSlides/notesSlide12.xml" ContentType="application/vnd.openxmlformats-officedocument.presentationml.notesSlide+xml"/>
  <Override PartName="/ppt/slides/slide15.xml" ContentType="application/vnd.openxmlformats-officedocument.presentationml.slide+xml"/>
  <Override PartName="/ppt/diagrams/layout13.xml" ContentType="application/vnd.openxmlformats-officedocument.drawingml.diagramLayout+xml"/>
  <Override PartName="/ppt/diagrams/data13.xml" ContentType="application/vnd.openxmlformats-officedocument.drawingml.diagramData+xml"/>
  <Override PartName="/ppt/diagrams/drawing13.xml" ContentType="application/vnd.ms-office.drawingml.diagramDrawing+xml"/>
  <Override PartName="/ppt/diagrams/colors13.xml" ContentType="application/vnd.openxmlformats-officedocument.drawingml.diagramColors+xml"/>
  <Override PartName="/ppt/diagrams/quickStyle13.xml" ContentType="application/vnd.openxmlformats-officedocument.drawingml.diagramStyle+xml"/>
  <Override PartName="/ppt/notesSlides/notesSlide13.xml" ContentType="application/vnd.openxmlformats-officedocument.presentationml.notesSlide+xml"/>
  <Override PartName="/ppt/slides/slide16.xml" ContentType="application/vnd.openxmlformats-officedocument.presentationml.slide+xml"/>
  <Override PartName="/ppt/diagrams/layout14.xml" ContentType="application/vnd.openxmlformats-officedocument.drawingml.diagramLayout+xml"/>
  <Override PartName="/ppt/diagrams/data14.xml" ContentType="application/vnd.openxmlformats-officedocument.drawingml.diagramData+xml"/>
  <Override PartName="/ppt/diagrams/drawing14.xml" ContentType="application/vnd.ms-office.drawingml.diagramDrawing+xml"/>
  <Override PartName="/ppt/diagrams/colors14.xml" ContentType="application/vnd.openxmlformats-officedocument.drawingml.diagramColors+xml"/>
  <Override PartName="/ppt/diagrams/quickStyle14.xml" ContentType="application/vnd.openxmlformats-officedocument.drawingml.diagramStyle+xml"/>
  <Override PartName="/ppt/notesSlides/notesSlide14.xml" ContentType="application/vnd.openxmlformats-officedocument.presentationml.notesSlide+xml"/>
  <Override PartName="/ppt/slides/slide17.xml" ContentType="application/vnd.openxmlformats-officedocument.presentationml.slide+xml"/>
  <Override PartName="/ppt/diagrams/layout15.xml" ContentType="application/vnd.openxmlformats-officedocument.drawingml.diagramLayout+xml"/>
  <Override PartName="/ppt/diagrams/data15.xml" ContentType="application/vnd.openxmlformats-officedocument.drawingml.diagramData+xml"/>
  <Override PartName="/ppt/diagrams/drawing15.xml" ContentType="application/vnd.ms-office.drawingml.diagramDrawing+xml"/>
  <Override PartName="/ppt/diagrams/colors15.xml" ContentType="application/vnd.openxmlformats-officedocument.drawingml.diagramColors+xml"/>
  <Override PartName="/ppt/diagrams/quickStyle15.xml" ContentType="application/vnd.openxmlformats-officedocument.drawingml.diagramStyle+xml"/>
  <Override PartName="/ppt/notesSlides/notesSlide15.xml" ContentType="application/vnd.openxmlformats-officedocument.presentationml.notes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diagrams/layout16.xml" ContentType="application/vnd.openxmlformats-officedocument.drawingml.diagramLayout+xml"/>
  <Override PartName="/ppt/diagrams/data16.xml" ContentType="application/vnd.openxmlformats-officedocument.drawingml.diagramData+xml"/>
  <Override PartName="/ppt/diagrams/drawing16.xml" ContentType="application/vnd.ms-office.drawingml.diagramDrawing+xml"/>
  <Override PartName="/ppt/diagrams/colors16.xml" ContentType="application/vnd.openxmlformats-officedocument.drawingml.diagramColors+xml"/>
  <Override PartName="/ppt/diagrams/quickStyle16.xml" ContentType="application/vnd.openxmlformats-officedocument.drawingml.diagramStyle+xml"/>
  <Override PartName="/ppt/notesSlides/notesSlide16.xml" ContentType="application/vnd.openxmlformats-officedocument.presentationml.notesSlide+xml"/>
  <Override PartName="/ppt/slides/slide23.xml" ContentType="application/vnd.openxmlformats-officedocument.presentationml.slide+xml"/>
  <Override PartName="/ppt/diagrams/layout17.xml" ContentType="application/vnd.openxmlformats-officedocument.drawingml.diagramLayout+xml"/>
  <Override PartName="/ppt/diagrams/data17.xml" ContentType="application/vnd.openxmlformats-officedocument.drawingml.diagramData+xml"/>
  <Override PartName="/ppt/diagrams/drawing17.xml" ContentType="application/vnd.ms-office.drawingml.diagramDrawing+xml"/>
  <Override PartName="/ppt/diagrams/colors17.xml" ContentType="application/vnd.openxmlformats-officedocument.drawingml.diagramColors+xml"/>
  <Override PartName="/ppt/diagrams/quickStyle17.xml" ContentType="application/vnd.openxmlformats-officedocument.drawingml.diagramStyle+xml"/>
  <Override PartName="/ppt/notesSlides/notesSlide17.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type="screen4x3" cy="6858000" cx="9144000"/>
  <p:notesSz cx="6858000" cy="9144000"/>
  <p:defaultTextStyle>
    <a:defPPr>
      <a:defRPr lang="en-US"/>
    </a:defPPr>
    <a:lvl1pPr algn="l" fontAlgn="base" rtl="0">
      <a:spcBef>
        <a:spcPct val="0"/>
      </a:spcBef>
      <a:spcAft>
        <a:spcPct val="0"/>
      </a:spcAft>
      <a:defRPr kern="1200">
        <a:solidFill>
          <a:schemeClr val="tx1"/>
        </a:solidFill>
        <a:latin typeface="Cambria" pitchFamily="18" charset="0"/>
        <a:ea typeface="+mn-ea"/>
        <a:cs typeface="Arial" pitchFamily="34" charset="0"/>
      </a:defRPr>
    </a:lvl1pPr>
    <a:lvl2pPr algn="l" fontAlgn="base" marL="457200" rtl="0">
      <a:spcBef>
        <a:spcPct val="0"/>
      </a:spcBef>
      <a:spcAft>
        <a:spcPct val="0"/>
      </a:spcAft>
      <a:defRPr kern="1200">
        <a:solidFill>
          <a:schemeClr val="tx1"/>
        </a:solidFill>
        <a:latin typeface="Cambria" pitchFamily="18" charset="0"/>
        <a:ea typeface="+mn-ea"/>
        <a:cs typeface="Arial" pitchFamily="34" charset="0"/>
      </a:defRPr>
    </a:lvl2pPr>
    <a:lvl3pPr algn="l" fontAlgn="base" marL="914400" rtl="0">
      <a:spcBef>
        <a:spcPct val="0"/>
      </a:spcBef>
      <a:spcAft>
        <a:spcPct val="0"/>
      </a:spcAft>
      <a:defRPr kern="1200">
        <a:solidFill>
          <a:schemeClr val="tx1"/>
        </a:solidFill>
        <a:latin typeface="Cambria" pitchFamily="18" charset="0"/>
        <a:ea typeface="+mn-ea"/>
        <a:cs typeface="Arial" pitchFamily="34" charset="0"/>
      </a:defRPr>
    </a:lvl3pPr>
    <a:lvl4pPr algn="l" fontAlgn="base" marL="1371600" rtl="0">
      <a:spcBef>
        <a:spcPct val="0"/>
      </a:spcBef>
      <a:spcAft>
        <a:spcPct val="0"/>
      </a:spcAft>
      <a:defRPr kern="1200">
        <a:solidFill>
          <a:schemeClr val="tx1"/>
        </a:solidFill>
        <a:latin typeface="Cambria" pitchFamily="18" charset="0"/>
        <a:ea typeface="+mn-ea"/>
        <a:cs typeface="Arial" pitchFamily="34" charset="0"/>
      </a:defRPr>
    </a:lvl4pPr>
    <a:lvl5pPr algn="l" fontAlgn="base" marL="1828800" rtl="0">
      <a:spcBef>
        <a:spcPct val="0"/>
      </a:spcBef>
      <a:spcAft>
        <a:spcPct val="0"/>
      </a:spcAft>
      <a:defRPr kern="1200">
        <a:solidFill>
          <a:schemeClr val="tx1"/>
        </a:solidFill>
        <a:latin typeface="Cambria" pitchFamily="18" charset="0"/>
        <a:ea typeface="+mn-ea"/>
        <a:cs typeface="Arial" pitchFamily="34" charset="0"/>
      </a:defRPr>
    </a:lvl5pPr>
    <a:lvl6pPr algn="r" defTabSz="914400" eaLnBrk="1" hangingPunct="1" latinLnBrk="0" marL="2286000" rtl="1">
      <a:defRPr kern="1200">
        <a:solidFill>
          <a:schemeClr val="tx1"/>
        </a:solidFill>
        <a:latin typeface="Cambria" pitchFamily="18" charset="0"/>
        <a:ea typeface="+mn-ea"/>
        <a:cs typeface="Arial" pitchFamily="34" charset="0"/>
      </a:defRPr>
    </a:lvl6pPr>
    <a:lvl7pPr algn="r" defTabSz="914400" eaLnBrk="1" hangingPunct="1" latinLnBrk="0" marL="2743200" rtl="1">
      <a:defRPr kern="1200">
        <a:solidFill>
          <a:schemeClr val="tx1"/>
        </a:solidFill>
        <a:latin typeface="Cambria" pitchFamily="18" charset="0"/>
        <a:ea typeface="+mn-ea"/>
        <a:cs typeface="Arial" pitchFamily="34" charset="0"/>
      </a:defRPr>
    </a:lvl7pPr>
    <a:lvl8pPr algn="r" defTabSz="914400" eaLnBrk="1" hangingPunct="1" latinLnBrk="0" marL="3200400" rtl="1">
      <a:defRPr kern="1200">
        <a:solidFill>
          <a:schemeClr val="tx1"/>
        </a:solidFill>
        <a:latin typeface="Cambria" pitchFamily="18" charset="0"/>
        <a:ea typeface="+mn-ea"/>
        <a:cs typeface="Arial" pitchFamily="34" charset="0"/>
      </a:defRPr>
    </a:lvl8pPr>
    <a:lvl9pPr algn="r" defTabSz="914400" eaLnBrk="1" hangingPunct="1" latinLnBrk="0" marL="3657600" rtl="1">
      <a:defRPr kern="1200">
        <a:solidFill>
          <a:schemeClr val="tx1"/>
        </a:solidFill>
        <a:latin typeface="Cambria" pitchFamily="18" charset="0"/>
        <a:ea typeface="+mn-ea"/>
        <a:cs typeface="Arial" pitchFamily="34"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542" autoAdjust="0"/>
    <p:restoredTop sz="94660"/>
  </p:normalViewPr>
  <p:slideViewPr>
    <p:cSldViewPr>
      <p:cViewPr>
        <p:scale>
          <a:sx n="91" d="100"/>
          <a:sy n="91" d="100"/>
        </p:scale>
        <p:origin x="-1200"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A957F136-4D72-4C46-8A41-92AF70612455}"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5D2794C7-E4B4-4B41-AA85-F7136D15DCB3}"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8DA9A1F0-5C54-45E8-82AC-F626322FC4C5}"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C4EE8D17-C992-4C5C-9282-4436C72C2843}"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9A0D7DE9-6F97-4C76-A67D-F921D2FE655F}"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2682A51E-BE98-43B8-BC4B-6C6614A7F0C5}"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B50A28F4-0F8E-45FC-A60C-D866F821C36D}"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E9151821-F1A3-422B-AE39-1FE8B0684725}"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3D496D44-0FEA-4186-92B2-97E3900716EE}"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C4336A12-5998-4EAD-82A7-EA8B2F724E51}"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E2A10548-09FC-4D93-BDCC-38269843FC43}"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1882A954-0AC1-4B38-99A9-F176ED8ABF30}"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B0D82280-16DC-4982-B473-7D05F8189A70}"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2F395056-DD4B-4675-80DA-994B3DBF5B26}"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B52EB81-CF74-447E-BD36-7338C5DF9D9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US"/>
        </a:p>
      </dgm:t>
    </dgm:pt>
    <dgm:pt modelId="{AD4146E2-EA41-40D7-8D66-6F0BFC902DF7}" type="pres">
      <dgm:prSet presAssocID="{CB52EB81-CF74-447E-BD36-7338C5DF9D93}" presName="compositeShape" presStyleCnt="0">
        <dgm:presLayoutVars>
          <dgm:chMax val="9"/>
          <dgm:dir/>
          <dgm:resizeHandles val="exact"/>
        </dgm:presLayoutVars>
      </dgm:prSet>
      <dgm:spPr/>
      <dgm:t>
        <a:bodyPr/>
        <a:lstStyle/>
        <a:p>
          <a:endParaRPr lang="en-US"/>
        </a:p>
      </dgm:t>
    </dgm:pt>
  </dgm:ptLst>
  <dgm:cxnLst>
    <dgm:cxn modelId="{BC287F83-A657-4C8B-8064-89B7C97428A2}" type="presOf" srcId="{CB52EB81-CF74-447E-BD36-7338C5DF9D93}" destId="{AD4146E2-EA41-40D7-8D66-6F0BFC902DF7}" srcOrd="0" destOrd="0" presId="urn:microsoft.com/office/officeart/2005/8/layout/pyramid4"/>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4806DF5-B758-48B3-8226-EEBB19AEADB5}" type="doc">
      <dgm:prSet loTypeId="urn:microsoft.com/office/officeart/2005/8/layout/hProcess9" loCatId="process" qsTypeId="urn:microsoft.com/office/officeart/2005/8/quickstyle/simple1" qsCatId="simple" csTypeId="urn:microsoft.com/office/officeart/2005/8/colors/colorful1#1" csCatId="colorful" phldr="1"/>
      <dgm:spPr/>
    </dgm:pt>
    <dgm:pt modelId="{6862D439-815E-4E52-AC5C-625D1D5533FD}">
      <dgm:prSet phldrT="[Text]"/>
      <dgm:spPr/>
      <dgm:t>
        <a:bodyPr/>
        <a:lstStyle/>
        <a:p>
          <a:r>
            <a:rPr lang="en-US" dirty="0" smtClean="0"/>
            <a:t>Topic</a:t>
          </a:r>
          <a:endParaRPr lang="en-US" dirty="0"/>
        </a:p>
      </dgm:t>
    </dgm:pt>
    <dgm:pt modelId="{BEC49E63-1999-49ED-B5EE-C197BF629B80}" type="parTrans" cxnId="{2A789E45-C950-434D-B9DC-5EC93543C4F2}">
      <dgm:prSet/>
      <dgm:spPr/>
      <dgm:t>
        <a:bodyPr/>
        <a:lstStyle/>
        <a:p>
          <a:endParaRPr lang="en-US"/>
        </a:p>
      </dgm:t>
    </dgm:pt>
    <dgm:pt modelId="{E7512716-022F-4D23-9107-9197FDDE7BFF}" type="sibTrans" cxnId="{2A789E45-C950-434D-B9DC-5EC93543C4F2}">
      <dgm:prSet/>
      <dgm:spPr/>
      <dgm:t>
        <a:bodyPr/>
        <a:lstStyle/>
        <a:p>
          <a:endParaRPr lang="en-US"/>
        </a:p>
      </dgm:t>
    </dgm:pt>
    <dgm:pt modelId="{1F722515-78FF-4782-B96D-46B4C1AFB6DA}">
      <dgm:prSet phldrT="[Text]"/>
      <dgm:spPr/>
      <dgm:t>
        <a:bodyPr/>
        <a:lstStyle/>
        <a:p>
          <a:r>
            <a:rPr lang="en-US" dirty="0" smtClean="0"/>
            <a:t>Opinion</a:t>
          </a:r>
          <a:endParaRPr lang="en-US" dirty="0"/>
        </a:p>
      </dgm:t>
    </dgm:pt>
    <dgm:pt modelId="{3B479063-D7EB-4388-BD9C-2A8FCB105A9F}" type="parTrans" cxnId="{F1E65B98-18BD-4463-A4BE-390CBE3F4DF8}">
      <dgm:prSet/>
      <dgm:spPr/>
      <dgm:t>
        <a:bodyPr/>
        <a:lstStyle/>
        <a:p>
          <a:endParaRPr lang="en-US"/>
        </a:p>
      </dgm:t>
    </dgm:pt>
    <dgm:pt modelId="{03D6486E-3318-4B3C-880D-1CA76108F863}" type="sibTrans" cxnId="{F1E65B98-18BD-4463-A4BE-390CBE3F4DF8}">
      <dgm:prSet/>
      <dgm:spPr/>
      <dgm:t>
        <a:bodyPr/>
        <a:lstStyle/>
        <a:p>
          <a:endParaRPr lang="en-US"/>
        </a:p>
      </dgm:t>
    </dgm:pt>
    <dgm:pt modelId="{B3545FED-C6AA-4EB4-93DF-B11B1A36808C}">
      <dgm:prSet/>
      <dgm:spPr/>
      <dgm:t>
        <a:bodyPr/>
        <a:lstStyle/>
        <a:p>
          <a:r>
            <a:rPr lang="en-US" dirty="0" smtClean="0"/>
            <a:t>3 Reasons</a:t>
          </a:r>
          <a:endParaRPr lang="en-US" dirty="0"/>
        </a:p>
      </dgm:t>
    </dgm:pt>
    <dgm:pt modelId="{A4A9F3D1-8289-42BC-971D-FD4BFF6DE110}" type="parTrans" cxnId="{879B6E63-B71F-4AEF-9F5B-8DA32003652D}">
      <dgm:prSet/>
      <dgm:spPr/>
      <dgm:t>
        <a:bodyPr/>
        <a:lstStyle/>
        <a:p>
          <a:endParaRPr lang="en-US"/>
        </a:p>
      </dgm:t>
    </dgm:pt>
    <dgm:pt modelId="{5C5B1604-FD14-46E1-9CF7-CA570CF2222A}" type="sibTrans" cxnId="{879B6E63-B71F-4AEF-9F5B-8DA32003652D}">
      <dgm:prSet/>
      <dgm:spPr/>
      <dgm:t>
        <a:bodyPr/>
        <a:lstStyle/>
        <a:p>
          <a:endParaRPr lang="en-US"/>
        </a:p>
      </dgm:t>
    </dgm:pt>
    <dgm:pt modelId="{B75D771E-8804-4738-A7B3-2DC5C599AF15}" type="pres">
      <dgm:prSet presAssocID="{14806DF5-B758-48B3-8226-EEBB19AEADB5}" presName="CompostProcess" presStyleCnt="0">
        <dgm:presLayoutVars>
          <dgm:dir/>
          <dgm:resizeHandles val="exact"/>
        </dgm:presLayoutVars>
      </dgm:prSet>
      <dgm:spPr/>
    </dgm:pt>
    <dgm:pt modelId="{9AA452A7-A2F0-4FF7-9E98-1DF79C3E7A33}" type="pres">
      <dgm:prSet presAssocID="{14806DF5-B758-48B3-8226-EEBB19AEADB5}" presName="arrow" presStyleLbl="bgShp" presStyleIdx="0" presStyleCnt="1"/>
      <dgm:spPr/>
    </dgm:pt>
    <dgm:pt modelId="{A1ABA9D7-8023-4A62-945B-DA740851D242}" type="pres">
      <dgm:prSet presAssocID="{14806DF5-B758-48B3-8226-EEBB19AEADB5}" presName="linearProcess" presStyleCnt="0"/>
      <dgm:spPr/>
    </dgm:pt>
    <dgm:pt modelId="{B6B2DC2E-5773-4910-B3F7-F8433407399C}" type="pres">
      <dgm:prSet presAssocID="{6862D439-815E-4E52-AC5C-625D1D5533FD}" presName="textNode" presStyleLbl="node1" presStyleIdx="0" presStyleCnt="3">
        <dgm:presLayoutVars>
          <dgm:bulletEnabled val="1"/>
        </dgm:presLayoutVars>
      </dgm:prSet>
      <dgm:spPr/>
      <dgm:t>
        <a:bodyPr/>
        <a:lstStyle/>
        <a:p>
          <a:endParaRPr lang="en-US"/>
        </a:p>
      </dgm:t>
    </dgm:pt>
    <dgm:pt modelId="{5937F5F8-9E11-4E75-8EF7-7A04D95F573F}" type="pres">
      <dgm:prSet presAssocID="{E7512716-022F-4D23-9107-9197FDDE7BFF}" presName="sibTrans" presStyleCnt="0"/>
      <dgm:spPr/>
    </dgm:pt>
    <dgm:pt modelId="{527197D0-C7C6-447F-853F-0CDF7172ECFD}" type="pres">
      <dgm:prSet presAssocID="{1F722515-78FF-4782-B96D-46B4C1AFB6DA}" presName="textNode" presStyleLbl="node1" presStyleIdx="1" presStyleCnt="3" custLinFactNeighborX="21908">
        <dgm:presLayoutVars>
          <dgm:bulletEnabled val="1"/>
        </dgm:presLayoutVars>
      </dgm:prSet>
      <dgm:spPr/>
      <dgm:t>
        <a:bodyPr/>
        <a:lstStyle/>
        <a:p>
          <a:endParaRPr lang="en-US"/>
        </a:p>
      </dgm:t>
    </dgm:pt>
    <dgm:pt modelId="{A852E395-3D4C-409C-8E3F-853B5B748C78}" type="pres">
      <dgm:prSet presAssocID="{03D6486E-3318-4B3C-880D-1CA76108F863}" presName="sibTrans" presStyleCnt="0"/>
      <dgm:spPr/>
    </dgm:pt>
    <dgm:pt modelId="{81F01A39-3BC8-49CB-A0AD-50064AA419C7}" type="pres">
      <dgm:prSet presAssocID="{B3545FED-C6AA-4EB4-93DF-B11B1A36808C}" presName="textNode" presStyleLbl="node1" presStyleIdx="2" presStyleCnt="3">
        <dgm:presLayoutVars>
          <dgm:bulletEnabled val="1"/>
        </dgm:presLayoutVars>
      </dgm:prSet>
      <dgm:spPr/>
      <dgm:t>
        <a:bodyPr/>
        <a:lstStyle/>
        <a:p>
          <a:endParaRPr lang="en-US"/>
        </a:p>
      </dgm:t>
    </dgm:pt>
  </dgm:ptLst>
  <dgm:cxnLst>
    <dgm:cxn modelId="{F1E65B98-18BD-4463-A4BE-390CBE3F4DF8}" srcId="{14806DF5-B758-48B3-8226-EEBB19AEADB5}" destId="{1F722515-78FF-4782-B96D-46B4C1AFB6DA}" srcOrd="1" destOrd="0" parTransId="{3B479063-D7EB-4388-BD9C-2A8FCB105A9F}" sibTransId="{03D6486E-3318-4B3C-880D-1CA76108F863}"/>
    <dgm:cxn modelId="{25E15A7A-6B60-47A4-82D5-5F81BC96EC07}" type="presOf" srcId="{1F722515-78FF-4782-B96D-46B4C1AFB6DA}" destId="{527197D0-C7C6-447F-853F-0CDF7172ECFD}" srcOrd="0" destOrd="0" presId="urn:microsoft.com/office/officeart/2005/8/layout/hProcess9"/>
    <dgm:cxn modelId="{879B6E63-B71F-4AEF-9F5B-8DA32003652D}" srcId="{14806DF5-B758-48B3-8226-EEBB19AEADB5}" destId="{B3545FED-C6AA-4EB4-93DF-B11B1A36808C}" srcOrd="2" destOrd="0" parTransId="{A4A9F3D1-8289-42BC-971D-FD4BFF6DE110}" sibTransId="{5C5B1604-FD14-46E1-9CF7-CA570CF2222A}"/>
    <dgm:cxn modelId="{2A789E45-C950-434D-B9DC-5EC93543C4F2}" srcId="{14806DF5-B758-48B3-8226-EEBB19AEADB5}" destId="{6862D439-815E-4E52-AC5C-625D1D5533FD}" srcOrd="0" destOrd="0" parTransId="{BEC49E63-1999-49ED-B5EE-C197BF629B80}" sibTransId="{E7512716-022F-4D23-9107-9197FDDE7BFF}"/>
    <dgm:cxn modelId="{10912595-CC6D-404F-B59C-309ACE570938}" type="presOf" srcId="{B3545FED-C6AA-4EB4-93DF-B11B1A36808C}" destId="{81F01A39-3BC8-49CB-A0AD-50064AA419C7}" srcOrd="0" destOrd="0" presId="urn:microsoft.com/office/officeart/2005/8/layout/hProcess9"/>
    <dgm:cxn modelId="{0FEBADFC-619C-4688-B7C7-E9718C63DAC8}" type="presOf" srcId="{14806DF5-B758-48B3-8226-EEBB19AEADB5}" destId="{B75D771E-8804-4738-A7B3-2DC5C599AF15}" srcOrd="0" destOrd="0" presId="urn:microsoft.com/office/officeart/2005/8/layout/hProcess9"/>
    <dgm:cxn modelId="{BB21F412-26D7-406E-B221-C8F03A718ED0}" type="presOf" srcId="{6862D439-815E-4E52-AC5C-625D1D5533FD}" destId="{B6B2DC2E-5773-4910-B3F7-F8433407399C}" srcOrd="0" destOrd="0" presId="urn:microsoft.com/office/officeart/2005/8/layout/hProcess9"/>
    <dgm:cxn modelId="{0B2FD260-6886-45E5-86B2-F239210469FE}" type="presParOf" srcId="{B75D771E-8804-4738-A7B3-2DC5C599AF15}" destId="{9AA452A7-A2F0-4FF7-9E98-1DF79C3E7A33}" srcOrd="0" destOrd="0" presId="urn:microsoft.com/office/officeart/2005/8/layout/hProcess9"/>
    <dgm:cxn modelId="{995E9BE6-6C44-4E61-AA8E-C9AAC14F6D91}" type="presParOf" srcId="{B75D771E-8804-4738-A7B3-2DC5C599AF15}" destId="{A1ABA9D7-8023-4A62-945B-DA740851D242}" srcOrd="1" destOrd="0" presId="urn:microsoft.com/office/officeart/2005/8/layout/hProcess9"/>
    <dgm:cxn modelId="{A8F12957-F844-442F-830C-C9458301BFCE}" type="presParOf" srcId="{A1ABA9D7-8023-4A62-945B-DA740851D242}" destId="{B6B2DC2E-5773-4910-B3F7-F8433407399C}" srcOrd="0" destOrd="0" presId="urn:microsoft.com/office/officeart/2005/8/layout/hProcess9"/>
    <dgm:cxn modelId="{2A41622A-74BA-4E9E-9667-0C2DA35832B5}" type="presParOf" srcId="{A1ABA9D7-8023-4A62-945B-DA740851D242}" destId="{5937F5F8-9E11-4E75-8EF7-7A04D95F573F}" srcOrd="1" destOrd="0" presId="urn:microsoft.com/office/officeart/2005/8/layout/hProcess9"/>
    <dgm:cxn modelId="{A155514F-61C8-4FF9-A3E7-B35DDB434F86}" type="presParOf" srcId="{A1ABA9D7-8023-4A62-945B-DA740851D242}" destId="{527197D0-C7C6-447F-853F-0CDF7172ECFD}" srcOrd="2" destOrd="0" presId="urn:microsoft.com/office/officeart/2005/8/layout/hProcess9"/>
    <dgm:cxn modelId="{CFAE431F-855A-465D-8B49-19592595DA45}" type="presParOf" srcId="{A1ABA9D7-8023-4A62-945B-DA740851D242}" destId="{A852E395-3D4C-409C-8E3F-853B5B748C78}" srcOrd="3" destOrd="0" presId="urn:microsoft.com/office/officeart/2005/8/layout/hProcess9"/>
    <dgm:cxn modelId="{8FC71F92-14D8-4F17-9939-FDDAEEB269EE}" type="presParOf" srcId="{A1ABA9D7-8023-4A62-945B-DA740851D242}" destId="{81F01A39-3BC8-49CB-A0AD-50064AA419C7}" srcOrd="4" destOrd="0" presId="urn:microsoft.com/office/officeart/2005/8/layout/hProcess9"/>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2C35803-6CE6-40E2-A134-4A2A366A53B2}" type="doc">
      <dgm:prSet loTypeId="urn:microsoft.com/office/officeart/2005/8/layout/vList2" loCatId="list" qsTypeId="urn:microsoft.com/office/officeart/2005/8/quickstyle/simple1" qsCatId="simple" csTypeId="urn:microsoft.com/office/officeart/2005/8/colors/colorful1#2" csCatId="colorful" phldr="1"/>
      <dgm:spPr/>
      <dgm:t>
        <a:bodyPr/>
        <a:lstStyle/>
        <a:p>
          <a:endParaRPr lang="en-US"/>
        </a:p>
      </dgm:t>
    </dgm:pt>
    <dgm:pt modelId="{6AF9B8CD-E629-49C5-8543-8DAACEF7727A}">
      <dgm:prSet phldrT="[Text]"/>
      <dgm:spPr/>
      <dgm:t>
        <a:bodyPr/>
        <a:lstStyle/>
        <a:p>
          <a:r>
            <a:rPr lang="en-US" dirty="0" smtClean="0"/>
            <a:t>To announce the topic to the reader</a:t>
          </a:r>
          <a:endParaRPr lang="en-US" dirty="0"/>
        </a:p>
      </dgm:t>
    </dgm:pt>
    <dgm:pt modelId="{B23C5415-BF57-4873-A559-307C756FA103}" type="parTrans" cxnId="{93D79FFB-C02F-4C1D-ACF8-B2CF214396AB}">
      <dgm:prSet/>
      <dgm:spPr/>
      <dgm:t>
        <a:bodyPr/>
        <a:lstStyle/>
        <a:p>
          <a:endParaRPr lang="en-US"/>
        </a:p>
      </dgm:t>
    </dgm:pt>
    <dgm:pt modelId="{109C06A2-68B0-4A92-8750-0E070D310A57}" type="sibTrans" cxnId="{93D79FFB-C02F-4C1D-ACF8-B2CF214396AB}">
      <dgm:prSet/>
      <dgm:spPr/>
      <dgm:t>
        <a:bodyPr/>
        <a:lstStyle/>
        <a:p>
          <a:endParaRPr lang="en-US"/>
        </a:p>
      </dgm:t>
    </dgm:pt>
    <dgm:pt modelId="{855FD275-1D3E-4BAA-82B1-842F532B5C34}">
      <dgm:prSet phldrT="[Text]"/>
      <dgm:spPr/>
      <dgm:t>
        <a:bodyPr/>
        <a:lstStyle/>
        <a:p>
          <a:r>
            <a:rPr lang="en-US" dirty="0" smtClean="0"/>
            <a:t>To reflect a judgment about the topic</a:t>
          </a:r>
          <a:endParaRPr lang="en-US" dirty="0"/>
        </a:p>
      </dgm:t>
    </dgm:pt>
    <dgm:pt modelId="{7672D2F0-2372-49E4-92D0-C12A644FB625}" type="parTrans" cxnId="{0313B738-EDD1-476C-9478-73B05BFB7D3B}">
      <dgm:prSet/>
      <dgm:spPr/>
      <dgm:t>
        <a:bodyPr/>
        <a:lstStyle/>
        <a:p>
          <a:endParaRPr lang="en-US"/>
        </a:p>
      </dgm:t>
    </dgm:pt>
    <dgm:pt modelId="{3B0A5423-F063-428B-B14E-0609C0439565}" type="sibTrans" cxnId="{0313B738-EDD1-476C-9478-73B05BFB7D3B}">
      <dgm:prSet/>
      <dgm:spPr/>
      <dgm:t>
        <a:bodyPr/>
        <a:lstStyle/>
        <a:p>
          <a:endParaRPr lang="en-US"/>
        </a:p>
      </dgm:t>
    </dgm:pt>
    <dgm:pt modelId="{190CA892-7336-4285-895B-82729AA3EE48}">
      <dgm:prSet phldrT="[Text]"/>
      <dgm:spPr/>
      <dgm:t>
        <a:bodyPr/>
        <a:lstStyle/>
        <a:p>
          <a:r>
            <a:rPr lang="en-US" dirty="0" smtClean="0"/>
            <a:t>To provide the reader with a blueprint</a:t>
          </a:r>
        </a:p>
        <a:p>
          <a:r>
            <a:rPr lang="en-US" dirty="0" smtClean="0"/>
            <a:t>of what is to come in the paper</a:t>
          </a:r>
          <a:endParaRPr lang="en-US" dirty="0"/>
        </a:p>
      </dgm:t>
    </dgm:pt>
    <dgm:pt modelId="{8FAA8715-A429-4F16-AB6E-DE67D191E721}" type="parTrans" cxnId="{1982E871-227B-4745-ADA7-F29989564EEF}">
      <dgm:prSet/>
      <dgm:spPr/>
      <dgm:t>
        <a:bodyPr/>
        <a:lstStyle/>
        <a:p>
          <a:endParaRPr lang="en-US"/>
        </a:p>
      </dgm:t>
    </dgm:pt>
    <dgm:pt modelId="{9902D72A-BBDD-4081-BB4F-FC5996B0D42D}" type="sibTrans" cxnId="{1982E871-227B-4745-ADA7-F29989564EEF}">
      <dgm:prSet/>
      <dgm:spPr/>
      <dgm:t>
        <a:bodyPr/>
        <a:lstStyle/>
        <a:p>
          <a:endParaRPr lang="en-US"/>
        </a:p>
      </dgm:t>
    </dgm:pt>
    <dgm:pt modelId="{4003CAA3-CB00-4A57-9FCE-1B85C4988874}" type="pres">
      <dgm:prSet presAssocID="{D2C35803-6CE6-40E2-A134-4A2A366A53B2}" presName="linear" presStyleCnt="0">
        <dgm:presLayoutVars>
          <dgm:animLvl val="lvl"/>
          <dgm:resizeHandles val="exact"/>
        </dgm:presLayoutVars>
      </dgm:prSet>
      <dgm:spPr/>
      <dgm:t>
        <a:bodyPr/>
        <a:lstStyle/>
        <a:p>
          <a:endParaRPr lang="en-US"/>
        </a:p>
      </dgm:t>
    </dgm:pt>
    <dgm:pt modelId="{61EE4E22-D1C6-47BA-BA45-4699557D1DE0}" type="pres">
      <dgm:prSet presAssocID="{6AF9B8CD-E629-49C5-8543-8DAACEF7727A}" presName="parentText" presStyleLbl="node1" presStyleIdx="0" presStyleCnt="3">
        <dgm:presLayoutVars>
          <dgm:chMax val="0"/>
          <dgm:bulletEnabled val="1"/>
        </dgm:presLayoutVars>
      </dgm:prSet>
      <dgm:spPr/>
      <dgm:t>
        <a:bodyPr/>
        <a:lstStyle/>
        <a:p>
          <a:endParaRPr lang="en-US"/>
        </a:p>
      </dgm:t>
    </dgm:pt>
    <dgm:pt modelId="{571FBABF-9C8A-419D-B1AB-BECBD77F379D}" type="pres">
      <dgm:prSet presAssocID="{109C06A2-68B0-4A92-8750-0E070D310A57}" presName="spacer" presStyleCnt="0"/>
      <dgm:spPr/>
    </dgm:pt>
    <dgm:pt modelId="{A154236F-FD2E-4985-BE5B-9934719BD075}" type="pres">
      <dgm:prSet presAssocID="{855FD275-1D3E-4BAA-82B1-842F532B5C34}" presName="parentText" presStyleLbl="node1" presStyleIdx="1" presStyleCnt="3">
        <dgm:presLayoutVars>
          <dgm:chMax val="0"/>
          <dgm:bulletEnabled val="1"/>
        </dgm:presLayoutVars>
      </dgm:prSet>
      <dgm:spPr/>
      <dgm:t>
        <a:bodyPr/>
        <a:lstStyle/>
        <a:p>
          <a:endParaRPr lang="en-US"/>
        </a:p>
      </dgm:t>
    </dgm:pt>
    <dgm:pt modelId="{E01505D9-1B98-4AB2-A847-F9D1B28F4312}" type="pres">
      <dgm:prSet presAssocID="{3B0A5423-F063-428B-B14E-0609C0439565}" presName="spacer" presStyleCnt="0"/>
      <dgm:spPr/>
    </dgm:pt>
    <dgm:pt modelId="{2026E2A4-3565-45B9-AC52-0F1B43EB9603}" type="pres">
      <dgm:prSet presAssocID="{190CA892-7336-4285-895B-82729AA3EE48}" presName="parentText" presStyleLbl="node1" presStyleIdx="2" presStyleCnt="3">
        <dgm:presLayoutVars>
          <dgm:chMax val="0"/>
          <dgm:bulletEnabled val="1"/>
        </dgm:presLayoutVars>
      </dgm:prSet>
      <dgm:spPr/>
      <dgm:t>
        <a:bodyPr/>
        <a:lstStyle/>
        <a:p>
          <a:endParaRPr lang="en-US"/>
        </a:p>
      </dgm:t>
    </dgm:pt>
  </dgm:ptLst>
  <dgm:cxnLst>
    <dgm:cxn modelId="{9F1120F1-3F34-4074-A097-3B8AA39AB677}" type="presOf" srcId="{D2C35803-6CE6-40E2-A134-4A2A366A53B2}" destId="{4003CAA3-CB00-4A57-9FCE-1B85C4988874}" srcOrd="0" destOrd="0" presId="urn:microsoft.com/office/officeart/2005/8/layout/vList2"/>
    <dgm:cxn modelId="{77017116-A8D3-4BE7-B271-4357194553B8}" type="presOf" srcId="{855FD275-1D3E-4BAA-82B1-842F532B5C34}" destId="{A154236F-FD2E-4985-BE5B-9934719BD075}" srcOrd="0" destOrd="0" presId="urn:microsoft.com/office/officeart/2005/8/layout/vList2"/>
    <dgm:cxn modelId="{1982E871-227B-4745-ADA7-F29989564EEF}" srcId="{D2C35803-6CE6-40E2-A134-4A2A366A53B2}" destId="{190CA892-7336-4285-895B-82729AA3EE48}" srcOrd="2" destOrd="0" parTransId="{8FAA8715-A429-4F16-AB6E-DE67D191E721}" sibTransId="{9902D72A-BBDD-4081-BB4F-FC5996B0D42D}"/>
    <dgm:cxn modelId="{A373543E-8FD1-4FD6-B63D-1CD62C2F9166}" type="presOf" srcId="{6AF9B8CD-E629-49C5-8543-8DAACEF7727A}" destId="{61EE4E22-D1C6-47BA-BA45-4699557D1DE0}" srcOrd="0" destOrd="0" presId="urn:microsoft.com/office/officeart/2005/8/layout/vList2"/>
    <dgm:cxn modelId="{0313B738-EDD1-476C-9478-73B05BFB7D3B}" srcId="{D2C35803-6CE6-40E2-A134-4A2A366A53B2}" destId="{855FD275-1D3E-4BAA-82B1-842F532B5C34}" srcOrd="1" destOrd="0" parTransId="{7672D2F0-2372-49E4-92D0-C12A644FB625}" sibTransId="{3B0A5423-F063-428B-B14E-0609C0439565}"/>
    <dgm:cxn modelId="{93D79FFB-C02F-4C1D-ACF8-B2CF214396AB}" srcId="{D2C35803-6CE6-40E2-A134-4A2A366A53B2}" destId="{6AF9B8CD-E629-49C5-8543-8DAACEF7727A}" srcOrd="0" destOrd="0" parTransId="{B23C5415-BF57-4873-A559-307C756FA103}" sibTransId="{109C06A2-68B0-4A92-8750-0E070D310A57}"/>
    <dgm:cxn modelId="{34E65273-47FE-46B6-B676-CF6004913FAF}" type="presOf" srcId="{190CA892-7336-4285-895B-82729AA3EE48}" destId="{2026E2A4-3565-45B9-AC52-0F1B43EB9603}" srcOrd="0" destOrd="0" presId="urn:microsoft.com/office/officeart/2005/8/layout/vList2"/>
    <dgm:cxn modelId="{F000B43E-25F5-4F93-945C-B3C1108FFFF7}" type="presParOf" srcId="{4003CAA3-CB00-4A57-9FCE-1B85C4988874}" destId="{61EE4E22-D1C6-47BA-BA45-4699557D1DE0}" srcOrd="0" destOrd="0" presId="urn:microsoft.com/office/officeart/2005/8/layout/vList2"/>
    <dgm:cxn modelId="{474D1923-2CB7-4B34-A407-95FD8A54708A}" type="presParOf" srcId="{4003CAA3-CB00-4A57-9FCE-1B85C4988874}" destId="{571FBABF-9C8A-419D-B1AB-BECBD77F379D}" srcOrd="1" destOrd="0" presId="urn:microsoft.com/office/officeart/2005/8/layout/vList2"/>
    <dgm:cxn modelId="{CD21E155-71D5-4949-B8C4-C9D23F5CE8EF}" type="presParOf" srcId="{4003CAA3-CB00-4A57-9FCE-1B85C4988874}" destId="{A154236F-FD2E-4985-BE5B-9934719BD075}" srcOrd="2" destOrd="0" presId="urn:microsoft.com/office/officeart/2005/8/layout/vList2"/>
    <dgm:cxn modelId="{0205D5D8-DDF9-4CA6-A077-92E1409F295D}" type="presParOf" srcId="{4003CAA3-CB00-4A57-9FCE-1B85C4988874}" destId="{E01505D9-1B98-4AB2-A847-F9D1B28F4312}" srcOrd="3" destOrd="0" presId="urn:microsoft.com/office/officeart/2005/8/layout/vList2"/>
    <dgm:cxn modelId="{329DCE53-431D-4B76-9F82-46464BCD4914}" type="presParOf" srcId="{4003CAA3-CB00-4A57-9FCE-1B85C4988874}" destId="{2026E2A4-3565-45B9-AC52-0F1B43EB9603}" srcOrd="4" destOrd="0" presId="urn:microsoft.com/office/officeart/2005/8/layout/vList2"/>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A452A7-A2F0-4FF7-9E98-1DF79C3E7A33}">
      <dsp:nvSpPr>
        <dsp:cNvPr id="0" name=""/>
        <dsp:cNvSpPr/>
      </dsp:nvSpPr>
      <dsp:spPr>
        <a:xfrm>
          <a:off x="617219" y="0"/>
          <a:ext cx="6995160" cy="4389437"/>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B2DC2E-5773-4910-B3F7-F8433407399C}">
      <dsp:nvSpPr>
        <dsp:cNvPr id="0" name=""/>
        <dsp:cNvSpPr/>
      </dsp:nvSpPr>
      <dsp:spPr>
        <a:xfrm>
          <a:off x="6420" y="1316831"/>
          <a:ext cx="2573095" cy="1755774"/>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lvl="0" algn="ctr" defTabSz="2000250">
            <a:lnSpc>
              <a:spcPct val="90000"/>
            </a:lnSpc>
            <a:spcBef>
              <a:spcPct val="0"/>
            </a:spcBef>
            <a:spcAft>
              <a:spcPct val="35000"/>
            </a:spcAft>
          </a:pPr>
          <a:r>
            <a:rPr lang="en-US" sz="4500" kern="1200" dirty="0" smtClean="0"/>
            <a:t>Topic</a:t>
          </a:r>
          <a:endParaRPr lang="en-US" sz="4500" kern="1200" dirty="0"/>
        </a:p>
      </dsp:txBody>
      <dsp:txXfrm>
        <a:off x="92130" y="1402541"/>
        <a:ext cx="2401675" cy="1584354"/>
      </dsp:txXfrm>
    </dsp:sp>
    <dsp:sp modelId="{527197D0-C7C6-447F-853F-0CDF7172ECFD}">
      <dsp:nvSpPr>
        <dsp:cNvPr id="0" name=""/>
        <dsp:cNvSpPr/>
      </dsp:nvSpPr>
      <dsp:spPr>
        <a:xfrm>
          <a:off x="2882745" y="1316831"/>
          <a:ext cx="2573095" cy="175577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lvl="0" algn="ctr" defTabSz="2000250">
            <a:lnSpc>
              <a:spcPct val="90000"/>
            </a:lnSpc>
            <a:spcBef>
              <a:spcPct val="0"/>
            </a:spcBef>
            <a:spcAft>
              <a:spcPct val="35000"/>
            </a:spcAft>
          </a:pPr>
          <a:r>
            <a:rPr lang="en-US" sz="4500" kern="1200" dirty="0" smtClean="0"/>
            <a:t>Opinion</a:t>
          </a:r>
          <a:endParaRPr lang="en-US" sz="4500" kern="1200" dirty="0"/>
        </a:p>
      </dsp:txBody>
      <dsp:txXfrm>
        <a:off x="2968455" y="1402541"/>
        <a:ext cx="2401675" cy="1584354"/>
      </dsp:txXfrm>
    </dsp:sp>
    <dsp:sp modelId="{81F01A39-3BC8-49CB-A0AD-50064AA419C7}">
      <dsp:nvSpPr>
        <dsp:cNvPr id="0" name=""/>
        <dsp:cNvSpPr/>
      </dsp:nvSpPr>
      <dsp:spPr>
        <a:xfrm>
          <a:off x="5650084" y="1316831"/>
          <a:ext cx="2573095" cy="1755774"/>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lvl="0" algn="ctr" defTabSz="2000250">
            <a:lnSpc>
              <a:spcPct val="90000"/>
            </a:lnSpc>
            <a:spcBef>
              <a:spcPct val="0"/>
            </a:spcBef>
            <a:spcAft>
              <a:spcPct val="35000"/>
            </a:spcAft>
          </a:pPr>
          <a:r>
            <a:rPr lang="en-US" sz="4500" kern="1200" dirty="0" smtClean="0"/>
            <a:t>3 Reasons</a:t>
          </a:r>
          <a:endParaRPr lang="en-US" sz="4500" kern="1200" dirty="0"/>
        </a:p>
      </dsp:txBody>
      <dsp:txXfrm>
        <a:off x="5735794" y="1402541"/>
        <a:ext cx="2401675" cy="158435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EE4E22-D1C6-47BA-BA45-4699557D1DE0}">
      <dsp:nvSpPr>
        <dsp:cNvPr id="0" name=""/>
        <dsp:cNvSpPr/>
      </dsp:nvSpPr>
      <dsp:spPr>
        <a:xfrm>
          <a:off x="0" y="31247"/>
          <a:ext cx="8229600" cy="138279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a:lnSpc>
              <a:spcPct val="90000"/>
            </a:lnSpc>
            <a:spcBef>
              <a:spcPct val="0"/>
            </a:spcBef>
            <a:spcAft>
              <a:spcPct val="35000"/>
            </a:spcAft>
          </a:pPr>
          <a:r>
            <a:rPr lang="en-US" sz="3100" kern="1200" dirty="0" smtClean="0"/>
            <a:t>To announce the topic to the reader</a:t>
          </a:r>
          <a:endParaRPr lang="en-US" sz="3100" kern="1200" dirty="0"/>
        </a:p>
      </dsp:txBody>
      <dsp:txXfrm>
        <a:off x="67502" y="98749"/>
        <a:ext cx="8094596" cy="1247789"/>
      </dsp:txXfrm>
    </dsp:sp>
    <dsp:sp modelId="{A154236F-FD2E-4985-BE5B-9934719BD075}">
      <dsp:nvSpPr>
        <dsp:cNvPr id="0" name=""/>
        <dsp:cNvSpPr/>
      </dsp:nvSpPr>
      <dsp:spPr>
        <a:xfrm>
          <a:off x="0" y="1503321"/>
          <a:ext cx="8229600" cy="1382793"/>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a:lnSpc>
              <a:spcPct val="90000"/>
            </a:lnSpc>
            <a:spcBef>
              <a:spcPct val="0"/>
            </a:spcBef>
            <a:spcAft>
              <a:spcPct val="35000"/>
            </a:spcAft>
          </a:pPr>
          <a:r>
            <a:rPr lang="en-US" sz="3100" kern="1200" dirty="0" smtClean="0"/>
            <a:t>To reflect a judgment about the topic</a:t>
          </a:r>
          <a:endParaRPr lang="en-US" sz="3100" kern="1200" dirty="0"/>
        </a:p>
      </dsp:txBody>
      <dsp:txXfrm>
        <a:off x="67502" y="1570823"/>
        <a:ext cx="8094596" cy="1247789"/>
      </dsp:txXfrm>
    </dsp:sp>
    <dsp:sp modelId="{2026E2A4-3565-45B9-AC52-0F1B43EB9603}">
      <dsp:nvSpPr>
        <dsp:cNvPr id="0" name=""/>
        <dsp:cNvSpPr/>
      </dsp:nvSpPr>
      <dsp:spPr>
        <a:xfrm>
          <a:off x="0" y="2975395"/>
          <a:ext cx="8229600" cy="1382793"/>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a:lnSpc>
              <a:spcPct val="90000"/>
            </a:lnSpc>
            <a:spcBef>
              <a:spcPct val="0"/>
            </a:spcBef>
            <a:spcAft>
              <a:spcPct val="35000"/>
            </a:spcAft>
          </a:pPr>
          <a:r>
            <a:rPr lang="en-US" sz="3100" kern="1200" dirty="0" smtClean="0"/>
            <a:t>To provide the reader with a blueprint</a:t>
          </a:r>
        </a:p>
        <a:p>
          <a:pPr lvl="0" algn="l" defTabSz="1377950">
            <a:lnSpc>
              <a:spcPct val="90000"/>
            </a:lnSpc>
            <a:spcBef>
              <a:spcPct val="0"/>
            </a:spcBef>
            <a:spcAft>
              <a:spcPct val="35000"/>
            </a:spcAft>
          </a:pPr>
          <a:r>
            <a:rPr lang="en-US" sz="3100" kern="1200" dirty="0" smtClean="0"/>
            <a:t>of what is to come in the paper</a:t>
          </a:r>
          <a:endParaRPr lang="en-US" sz="3100" kern="1200" dirty="0"/>
        </a:p>
      </dsp:txBody>
      <dsp:txXfrm>
        <a:off x="67502" y="3042897"/>
        <a:ext cx="8094596" cy="1247789"/>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2.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4.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5.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6.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7.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8.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9.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0.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2.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4.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5.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0" name=""/>
        <p:cNvGrpSpPr/>
        <p:nvPr/>
      </p:nvGrpSpPr>
      <p:grpSpPr>
        <a:xfrm>
          <a:off x="0" y="0"/>
          <a:ext cx="0" cy="0"/>
          <a:chOff x="0" y="0"/>
          <a:chExt cx="0" cy="0"/>
        </a:xfrm>
      </p:grpSpPr>
      <p:sp>
        <p:nvSpPr>
          <p:cNvPr id="1048787" name="Header Placeholder 1"/>
          <p:cNvSpPr>
            <a:spLocks noGrp="1"/>
          </p:cNvSpPr>
          <p:nvPr>
            <p:ph type="hdr" sz="quarter"/>
          </p:nvPr>
        </p:nvSpPr>
        <p:spPr>
          <a:xfrm>
            <a:off x="0" y="0"/>
            <a:ext cx="2971800" cy="457200"/>
          </a:xfrm>
          <a:prstGeom prst="rect"/>
        </p:spPr>
        <p:txBody>
          <a:bodyPr bIns="45720" lIns="91440" rIns="91440" rtlCol="0" tIns="45720" vert="horz"/>
          <a:lstStyle>
            <a:lvl1pPr algn="l" fontAlgn="auto">
              <a:spcBef>
                <a:spcPts val="0"/>
              </a:spcBef>
              <a:spcAft>
                <a:spcPts val="0"/>
              </a:spcAft>
              <a:defRPr sz="1200" smtClean="0">
                <a:latin typeface="+mn-lt"/>
                <a:cs typeface="+mn-cs"/>
              </a:defRPr>
            </a:lvl1pPr>
          </a:lstStyle>
          <a:p>
            <a:endParaRPr lang="en-US"/>
          </a:p>
        </p:txBody>
      </p:sp>
      <p:sp>
        <p:nvSpPr>
          <p:cNvPr id="1048788" name="Date Placeholder 2"/>
          <p:cNvSpPr>
            <a:spLocks noGrp="1"/>
          </p:cNvSpPr>
          <p:nvPr>
            <p:ph type="dt" idx="1"/>
          </p:nvPr>
        </p:nvSpPr>
        <p:spPr>
          <a:xfrm>
            <a:off x="3884613" y="0"/>
            <a:ext cx="2971800" cy="457200"/>
          </a:xfrm>
          <a:prstGeom prst="rect"/>
        </p:spPr>
        <p:txBody>
          <a:bodyPr bIns="45720" lIns="91440" rIns="91440" rtlCol="0" tIns="45720" vert="horz"/>
          <a:lstStyle>
            <a:lvl1pPr algn="r" fontAlgn="auto">
              <a:spcBef>
                <a:spcPts val="0"/>
              </a:spcBef>
              <a:spcAft>
                <a:spcPts val="0"/>
              </a:spcAft>
              <a:defRPr sz="1200" smtClean="0">
                <a:latin typeface="+mn-lt"/>
                <a:cs typeface="+mn-cs"/>
              </a:defRPr>
            </a:lvl1pPr>
          </a:lstStyle>
          <a:p>
            <a:fld id="{196BB8DD-8505-4009-8D70-1183D20BA0B6}" type="datetimeFigureOut">
              <a:rPr lang="en-US"/>
              <a:t>10/26/2022</a:t>
            </a:fld>
            <a:endParaRPr lang="en-US"/>
          </a:p>
        </p:txBody>
      </p:sp>
      <p:sp>
        <p:nvSpPr>
          <p:cNvPr id="1048789"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pPr lvl="0"/>
            <a:endParaRPr lang="en-US" noProof="0" smtClean="0"/>
          </a:p>
        </p:txBody>
      </p:sp>
      <p:sp>
        <p:nvSpPr>
          <p:cNvPr id="1048790" name="Notes Placeholder 4"/>
          <p:cNvSpPr>
            <a:spLocks noGrp="1"/>
          </p:cNvSpPr>
          <p:nvPr>
            <p:ph type="body" sz="quarter" idx="3"/>
          </p:nvPr>
        </p:nvSpPr>
        <p:spPr>
          <a:xfrm>
            <a:off x="685800" y="4343400"/>
            <a:ext cx="5486400" cy="4114800"/>
          </a:xfrm>
          <a:prstGeom prst="rect"/>
        </p:spPr>
        <p:txBody>
          <a:bodyPr bIns="45720" lIns="91440" rIns="91440" rtlCol="0" tIns="45720" vert="horz"/>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048791"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fontAlgn="auto">
              <a:spcBef>
                <a:spcPts val="0"/>
              </a:spcBef>
              <a:spcAft>
                <a:spcPts val="0"/>
              </a:spcAft>
              <a:defRPr sz="1200" smtClean="0">
                <a:latin typeface="+mn-lt"/>
                <a:cs typeface="+mn-cs"/>
              </a:defRPr>
            </a:lvl1pPr>
          </a:lstStyle>
          <a:p>
            <a:endParaRPr lang="en-US"/>
          </a:p>
        </p:txBody>
      </p:sp>
      <p:sp>
        <p:nvSpPr>
          <p:cNvPr id="1048792"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fontAlgn="auto">
              <a:spcBef>
                <a:spcPts val="0"/>
              </a:spcBef>
              <a:spcAft>
                <a:spcPts val="0"/>
              </a:spcAft>
              <a:defRPr sz="1200" smtClean="0">
                <a:latin typeface="+mn-lt"/>
                <a:cs typeface="+mn-cs"/>
              </a:defRPr>
            </a:lvl1pPr>
          </a:lstStyle>
          <a:p>
            <a:fld id="{26692AD0-BAAF-4D0D-A168-B80EF645B082}"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mn-lt"/>
        <a:ea typeface="+mn-ea"/>
        <a:cs typeface="+mn-cs"/>
      </a:defRPr>
    </a:lvl1pPr>
    <a:lvl2pPr algn="l" fontAlgn="base" marL="457200" rtl="0">
      <a:spcBef>
        <a:spcPct val="30000"/>
      </a:spcBef>
      <a:spcAft>
        <a:spcPct val="0"/>
      </a:spcAft>
      <a:defRPr sz="1200" kern="1200">
        <a:solidFill>
          <a:schemeClr val="tx1"/>
        </a:solidFill>
        <a:latin typeface="+mn-lt"/>
        <a:ea typeface="+mn-ea"/>
        <a:cs typeface="+mn-cs"/>
      </a:defRPr>
    </a:lvl2pPr>
    <a:lvl3pPr algn="l" fontAlgn="base" marL="914400" rtl="0">
      <a:spcBef>
        <a:spcPct val="30000"/>
      </a:spcBef>
      <a:spcAft>
        <a:spcPct val="0"/>
      </a:spcAft>
      <a:defRPr sz="1200" kern="1200">
        <a:solidFill>
          <a:schemeClr val="tx1"/>
        </a:solidFill>
        <a:latin typeface="+mn-lt"/>
        <a:ea typeface="+mn-ea"/>
        <a:cs typeface="+mn-cs"/>
      </a:defRPr>
    </a:lvl3pPr>
    <a:lvl4pPr algn="l" fontAlgn="base" marL="1371600" rtl="0">
      <a:spcBef>
        <a:spcPct val="30000"/>
      </a:spcBef>
      <a:spcAft>
        <a:spcPct val="0"/>
      </a:spcAft>
      <a:defRPr sz="1200" kern="1200">
        <a:solidFill>
          <a:schemeClr val="tx1"/>
        </a:solidFill>
        <a:latin typeface="+mn-lt"/>
        <a:ea typeface="+mn-ea"/>
        <a:cs typeface="+mn-cs"/>
      </a:defRPr>
    </a:lvl4pPr>
    <a:lvl5pPr algn="l" fontAlgn="base" marL="1828800" rtl="0">
      <a:spcBef>
        <a:spcPct val="30000"/>
      </a:spcBef>
      <a:spcAft>
        <a:spcPct val="0"/>
      </a:spcAft>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599"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00"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01"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3</a:t>
            </a:fld>
            <a:endParaRPr dirty="0" lang="en-US">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04"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05"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06"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4</a:t>
            </a:fld>
            <a:endParaRPr dirty="0" lang="en-US">
              <a:latin typeface="Calibri"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09"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10"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11"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5</a:t>
            </a:fld>
            <a:endParaRPr dirty="0" 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21"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22"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23"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6</a:t>
            </a:fld>
            <a:endParaRPr dirty="0" 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29"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30"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31"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7</a:t>
            </a:fld>
            <a:endParaRPr dirty="0" lang="en-US">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35"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36"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37"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8</a:t>
            </a:fld>
            <a:endParaRPr dirty="0" lang="en-US">
              <a:latin typeface="Calibri"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41"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42"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43"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9</a:t>
            </a:fld>
            <a:endParaRPr dirty="0" lang="en-US">
              <a:latin typeface="Calibri"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46"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47"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48"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10</a:t>
            </a:fld>
            <a:endParaRPr dirty="0" lang="en-US">
              <a:latin typeface="Calibri"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51"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52"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53"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11</a:t>
            </a:fld>
            <a:endParaRPr dirty="0" lang="en-US">
              <a:latin typeface="Calibri"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56"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57"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58"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12</a:t>
            </a:fld>
            <a:endParaRPr dirty="0" lang="en-US">
              <a:latin typeface="Calibri"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69"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70"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71"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13</a:t>
            </a:fld>
            <a:endParaRPr dirty="0" lang="en-US">
              <a:latin typeface="Calibri"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78"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79"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80"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14</a:t>
            </a:fld>
            <a:endParaRPr dirty="0" lang="en-US">
              <a:latin typeface="Calibri"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84"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85"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86"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15</a:t>
            </a:fld>
            <a:endParaRPr dirty="0" lang="en-US">
              <a:latin typeface="Calibri"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90" name="Slide Image Placeholder 1"/>
          <p:cNvSpPr>
            <a:spLocks noChangeAspect="1" noRot="1" noGrp="1" noTextEdit="1"/>
          </p:cNvSpPr>
          <p:nvPr>
            <p:ph type="sldImg"/>
          </p:nvPr>
        </p:nvSpPr>
        <p:spPr bwMode="auto">
          <a:noFill/>
          <a:ln>
            <a:solidFill>
              <a:srgbClr val="000000"/>
            </a:solidFill>
            <a:miter lim="800000"/>
            <a:headEnd/>
            <a:tailEnd/>
          </a:ln>
        </p:spPr>
      </p:sp>
      <p:sp>
        <p:nvSpPr>
          <p:cNvPr id="1048691"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692"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16</a:t>
            </a:fld>
            <a:endParaRPr dirty="0" lang="en-US">
              <a:latin typeface="Calibri"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702" name="Slide Image Placeholder 1"/>
          <p:cNvSpPr>
            <a:spLocks noChangeAspect="1" noRot="1" noGrp="1" noTextEdit="1"/>
          </p:cNvSpPr>
          <p:nvPr>
            <p:ph type="sldImg"/>
          </p:nvPr>
        </p:nvSpPr>
        <p:spPr bwMode="auto">
          <a:noFill/>
          <a:ln>
            <a:solidFill>
              <a:srgbClr val="000000"/>
            </a:solidFill>
            <a:miter lim="800000"/>
            <a:headEnd/>
            <a:tailEnd/>
          </a:ln>
        </p:spPr>
      </p:sp>
      <p:sp>
        <p:nvSpPr>
          <p:cNvPr id="1048703"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704"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BE14586E-F46C-4244-BCA1-9017143BAD2B}" type="slidenum">
              <a:rPr lang="en-US">
                <a:latin typeface="Calibri" pitchFamily="34" charset="0"/>
              </a:rPr>
              <a:pPr fontAlgn="base">
                <a:spcBef>
                  <a:spcPct val="0"/>
                </a:spcBef>
                <a:spcAft>
                  <a:spcPct val="0"/>
                </a:spcAft>
              </a:pPr>
              <a:t>17</a:t>
            </a:fld>
            <a:endParaRPr dirty="0" lang="en-US">
              <a:latin typeface="Calibri"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722" name="Slide Image Placeholder 1"/>
          <p:cNvSpPr>
            <a:spLocks noChangeAspect="1" noRot="1" noGrp="1" noTextEdit="1"/>
          </p:cNvSpPr>
          <p:nvPr>
            <p:ph type="sldImg"/>
          </p:nvPr>
        </p:nvSpPr>
        <p:spPr bwMode="auto">
          <a:noFill/>
          <a:ln>
            <a:solidFill>
              <a:srgbClr val="000000"/>
            </a:solidFill>
            <a:miter lim="800000"/>
            <a:headEnd/>
            <a:tailEnd/>
          </a:ln>
        </p:spPr>
      </p:sp>
      <p:sp>
        <p:nvSpPr>
          <p:cNvPr id="1048723"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724"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E2F29852-74EB-4DBD-9EE2-6D043E3DF42B}" type="slidenum">
              <a:rPr lang="en-US">
                <a:latin typeface="Calibri" pitchFamily="34" charset="0"/>
              </a:rPr>
              <a:pPr fontAlgn="base">
                <a:spcBef>
                  <a:spcPct val="0"/>
                </a:spcBef>
                <a:spcAft>
                  <a:spcPct val="0"/>
                </a:spcAft>
              </a:pPr>
              <a:t>22</a:t>
            </a:fld>
            <a:endParaRPr lang="en-US">
              <a:latin typeface="Calibri"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726" name="Slide Image Placeholder 1"/>
          <p:cNvSpPr>
            <a:spLocks noChangeAspect="1" noRot="1" noGrp="1" noTextEdit="1"/>
          </p:cNvSpPr>
          <p:nvPr>
            <p:ph type="sldImg"/>
          </p:nvPr>
        </p:nvSpPr>
        <p:spPr bwMode="auto">
          <a:noFill/>
          <a:ln>
            <a:solidFill>
              <a:srgbClr val="000000"/>
            </a:solidFill>
            <a:miter lim="800000"/>
            <a:headEnd/>
            <a:tailEnd/>
          </a:ln>
        </p:spPr>
      </p:sp>
      <p:sp>
        <p:nvSpPr>
          <p:cNvPr id="1048727" name="Notes Placeholder 2"/>
          <p:cNvSpPr>
            <a:spLocks noGrp="1"/>
          </p:cNvSpPr>
          <p:nvPr>
            <p:ph type="body" idx="1"/>
          </p:nvPr>
        </p:nvSpPr>
        <p:spPr bwMode="auto">
          <a:noFill/>
        </p:spPr>
        <p:txBody>
          <a:bodyPr anchor="t" anchorCtr="0" compatLnSpc="1" numCol="1" wrap="square">
            <a:prstTxWarp prst="textNoShape"/>
          </a:bodyPr>
          <a:p>
            <a:pPr>
              <a:spcBef>
                <a:spcPct val="0"/>
              </a:spcBef>
            </a:pPr>
            <a:endParaRPr lang="ar-SA" smtClean="0"/>
          </a:p>
        </p:txBody>
      </p:sp>
      <p:sp>
        <p:nvSpPr>
          <p:cNvPr id="1048728" name="Slide Number Placeholder 3"/>
          <p:cNvSpPr>
            <a:spLocks noGrp="1"/>
          </p:cNvSpPr>
          <p:nvPr>
            <p:ph type="sldNum" sz="quarter" idx="5"/>
          </p:nvPr>
        </p:nvSpPr>
        <p:spPr bwMode="auto">
          <a:noFill/>
        </p:spPr>
        <p:txBody>
          <a:bodyPr anchorCtr="0" compatLnSpc="1" numCol="1" wrap="square">
            <a:prstTxWarp prst="textNoShape"/>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fontAlgn="base">
              <a:spcBef>
                <a:spcPct val="0"/>
              </a:spcBef>
              <a:spcAft>
                <a:spcPct val="0"/>
              </a:spcAft>
            </a:pPr>
            <a:fld id="{94F69550-7CFC-472E-A50D-986ECD7E63B7}" type="slidenum">
              <a:rPr lang="en-US">
                <a:latin typeface="Calibri" pitchFamily="34" charset="0"/>
              </a:rPr>
              <a:pPr fontAlgn="base">
                <a:spcBef>
                  <a:spcPct val="0"/>
                </a:spcBef>
                <a:spcAft>
                  <a:spcPct val="0"/>
                </a:spcAft>
              </a:pPr>
              <a:t>23</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24" name=""/>
        <p:cNvGrpSpPr/>
        <p:nvPr/>
      </p:nvGrpSpPr>
      <p:grpSpPr>
        <a:xfrm>
          <a:off x="0" y="0"/>
          <a:ext cx="0" cy="0"/>
          <a:chOff x="0" y="0"/>
          <a:chExt cx="0" cy="0"/>
        </a:xfrm>
      </p:grpSpPr>
      <p:pic>
        <p:nvPicPr>
          <p:cNvPr id="2097153" name="Picture 2" descr="C:\Users\jnsch\Desktop\O14ThemesHandoffs\WorkingFiles\FinalHanoff\Sketchbook\Cover.jpg"/>
          <p:cNvPicPr>
            <a:picLocks noChangeAspect="1" noChangeArrowheads="1"/>
          </p:cNvPicPr>
          <p:nvPr/>
        </p:nvPicPr>
        <p:blipFill>
          <a:blip xmlns:r="http://schemas.openxmlformats.org/officeDocument/2006/relationships" r:embed="rId1">
            <a:duotone>
              <a:prstClr val="black"/>
              <a:schemeClr val="tx2">
                <a:tint val="45000"/>
                <a:satMod val="400000"/>
              </a:schemeClr>
            </a:duotone>
            <a:lum bright="2000"/>
          </a:blip>
          <a:srcRect/>
          <a:stretch>
            <a:fillRect/>
          </a:stretch>
        </p:blipFill>
        <p:spPr bwMode="auto">
          <a:xfrm>
            <a:off x="0" y="0"/>
            <a:ext cx="9144000" cy="6858000"/>
          </a:xfrm>
          <a:prstGeom prst="rect"/>
          <a:noFill/>
        </p:spPr>
      </p:pic>
      <p:grpSp>
        <p:nvGrpSpPr>
          <p:cNvPr id="25" name="Group 8"/>
          <p:cNvGrpSpPr/>
          <p:nvPr/>
        </p:nvGrpSpPr>
        <p:grpSpPr bwMode="auto">
          <a:xfrm rot="-1066324">
            <a:off x="617538" y="3922713"/>
            <a:ext cx="2509837" cy="2527300"/>
            <a:chOff x="494947" y="417279"/>
            <a:chExt cx="2417578" cy="2421351"/>
          </a:xfrm>
        </p:grpSpPr>
        <p:sp>
          <p:nvSpPr>
            <p:cNvPr id="1048581" name="Freeform 5"/>
            <p:cNvSpPr/>
            <p:nvPr/>
          </p:nvSpPr>
          <p:spPr>
            <a:xfrm>
              <a:off x="494947" y="494484"/>
              <a:ext cx="2328384" cy="2344146"/>
            </a:xfrm>
            <a:custGeom>
              <a:avLst/>
              <a:gdLst>
                <a:gd name="connsiteX0" fmla="*/ 94077 w 2328384"/>
                <a:gd name="connsiteY0" fmla="*/ 0 h 2344146"/>
                <a:gd name="connsiteX1" fmla="*/ 0 w 2328384"/>
                <a:gd name="connsiteY1" fmla="*/ 2344146 h 2344146"/>
                <a:gd name="connsiteX2" fmla="*/ 2328384 w 2328384"/>
                <a:gd name="connsiteY2" fmla="*/ 2250067 h 2344146"/>
                <a:gd name="connsiteX3" fmla="*/ 94077 w 2328384"/>
                <a:gd name="connsiteY3" fmla="*/ 0 h 2344146"/>
              </a:gdLst>
              <a:ahLst/>
              <a:cxnLst>
                <a:cxn ang="0">
                  <a:pos x="connsiteX0" y="connsiteY0"/>
                </a:cxn>
                <a:cxn ang="0">
                  <a:pos x="connsiteX1" y="connsiteY1"/>
                </a:cxn>
                <a:cxn ang="0">
                  <a:pos x="connsiteX2" y="connsiteY2"/>
                </a:cxn>
                <a:cxn ang="0">
                  <a:pos x="connsiteX3" y="connsiteY3"/>
                </a:cxn>
              </a:cxnLst>
              <a:rect l="l" t="t" r="r" b="b"/>
              <a:pathLst>
                <a:path w="2328384" h="2344146">
                  <a:moveTo>
                    <a:pt x="94077" y="0"/>
                  </a:moveTo>
                  <a:lnTo>
                    <a:pt x="0" y="2344146"/>
                  </a:lnTo>
                  <a:lnTo>
                    <a:pt x="2328384" y="2250067"/>
                  </a:lnTo>
                  <a:lnTo>
                    <a:pt x="94077" y="0"/>
                  </a:lnTo>
                  <a:close/>
                </a:path>
              </a:pathLst>
            </a:custGeom>
            <a:gradFill flip="none" rotWithShape="1">
              <a:gsLst>
                <a:gs pos="0">
                  <a:srgbClr val="000100">
                    <a:alpha val="31000"/>
                  </a:srgbClr>
                </a:gs>
                <a:gs pos="49000">
                  <a:srgbClr val="FEFFFF">
                    <a:alpha val="0"/>
                  </a:srgbClr>
                </a:gs>
              </a:gsLst>
              <a:path path="circle">
                <a:fillToRect t="100000" r="100000"/>
              </a:path>
              <a:tileRect l="-100000" b="-100000"/>
            </a:gradFill>
            <a:ln>
              <a:noFill/>
            </a:ln>
            <a:effectLst>
              <a:outerShdw blurRad="50800" dir="5400000" dist="12700" rotWithShape="0">
                <a:srgbClr val="000000">
                  <a:alpha val="37000"/>
                </a:srgbClr>
              </a:outerShdw>
              <a:softEdge rad="38100"/>
            </a:effectLst>
          </p:spPr>
          <p:style>
            <a:lnRef idx="1">
              <a:schemeClr val="accent1"/>
            </a:lnRef>
            <a:fillRef idx="3">
              <a:schemeClr val="accent1"/>
            </a:fillRef>
            <a:effectRef idx="2">
              <a:schemeClr val="accent1"/>
            </a:effectRef>
            <a:fontRef idx="minor">
              <a:schemeClr val="lt1"/>
            </a:fontRef>
          </p:style>
          <p:txBody>
            <a:bodyPr anchor="ctr"/>
            <a:p>
              <a:pPr algn="ctr" fontAlgn="auto">
                <a:spcBef>
                  <a:spcPts val="0"/>
                </a:spcBef>
                <a:spcAft>
                  <a:spcPts val="0"/>
                </a:spcAft>
              </a:pPr>
              <a:endParaRPr lang="en-US"/>
            </a:p>
          </p:txBody>
        </p:sp>
        <p:sp>
          <p:nvSpPr>
            <p:cNvPr id="1048582" name="Rectangle 6"/>
            <p:cNvSpPr/>
            <p:nvPr/>
          </p:nvSpPr>
          <p:spPr>
            <a:xfrm>
              <a:off x="590646" y="417140"/>
              <a:ext cx="2321242" cy="2320968"/>
            </a:xfrm>
            <a:prstGeom prst="rect"/>
            <a:gradFill flip="none" rotWithShape="1">
              <a:gsLst>
                <a:gs pos="0">
                  <a:srgbClr val="FAE148"/>
                </a:gs>
                <a:gs pos="100000">
                  <a:srgbClr val="FFEB63"/>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anchor="ctr"/>
            <a:p>
              <a:pPr algn="ctr" fontAlgn="auto">
                <a:spcBef>
                  <a:spcPts val="0"/>
                </a:spcBef>
                <a:spcAft>
                  <a:spcPts val="0"/>
                </a:spcAft>
              </a:pPr>
              <a:endParaRPr lang="en-US"/>
            </a:p>
          </p:txBody>
        </p:sp>
        <p:pic>
          <p:nvPicPr>
            <p:cNvPr id="2097154" name="Picture 11" descr="stickie-shadow.png"/>
            <p:cNvPicPr>
              <a:picLocks noChangeAspect="1"/>
            </p:cNvPicPr>
            <p:nvPr/>
          </p:nvPicPr>
          <p:blipFill>
            <a:blip xmlns:r="http://schemas.openxmlformats.org/officeDocument/2006/relationships" r:embed="rId2"/>
            <a:srcRect/>
            <a:stretch>
              <a:fillRect/>
            </a:stretch>
          </p:blipFill>
          <p:spPr bwMode="auto">
            <a:xfrm>
              <a:off x="614456" y="436040"/>
              <a:ext cx="404704" cy="461174"/>
            </a:xfrm>
            <a:prstGeom prst="rect"/>
            <a:noFill/>
            <a:ln>
              <a:noFill/>
            </a:ln>
          </p:spPr>
        </p:pic>
        <p:pic>
          <p:nvPicPr>
            <p:cNvPr id="2097155" name="Picture 12" descr="stickie-shadow.png"/>
            <p:cNvPicPr>
              <a:picLocks noChangeAspect="1"/>
            </p:cNvPicPr>
            <p:nvPr/>
          </p:nvPicPr>
          <p:blipFill>
            <a:blip xmlns:r="http://schemas.openxmlformats.org/officeDocument/2006/relationships" r:embed="rId2"/>
            <a:srcRect/>
            <a:stretch>
              <a:fillRect/>
            </a:stretch>
          </p:blipFill>
          <p:spPr bwMode="auto">
            <a:xfrm rot="-5400000">
              <a:off x="637932" y="2282410"/>
              <a:ext cx="404704" cy="461174"/>
            </a:xfrm>
            <a:prstGeom prst="rect"/>
            <a:noFill/>
            <a:ln>
              <a:noFill/>
            </a:ln>
          </p:spPr>
        </p:pic>
      </p:grpSp>
      <p:pic>
        <p:nvPicPr>
          <p:cNvPr id="2097156" name="Picture 13" descr="TitleCard.png"/>
          <p:cNvPicPr>
            <a:picLocks noChangeAspect="1"/>
          </p:cNvPicPr>
          <p:nvPr/>
        </p:nvPicPr>
        <p:blipFill>
          <a:blip xmlns:r="http://schemas.openxmlformats.org/officeDocument/2006/relationships" r:embed="rId3"/>
          <a:srcRect/>
          <a:stretch>
            <a:fillRect/>
          </a:stretch>
        </p:blipFill>
        <p:spPr bwMode="auto">
          <a:xfrm rot="343346">
            <a:off x="2855913" y="2587625"/>
            <a:ext cx="5773737" cy="3851275"/>
          </a:xfrm>
          <a:prstGeom prst="rect"/>
          <a:noFill/>
          <a:ln>
            <a:noFill/>
          </a:ln>
        </p:spPr>
      </p:pic>
      <p:pic>
        <p:nvPicPr>
          <p:cNvPr id="2097157" name="Picture 10" descr="coverBand.png"/>
          <p:cNvPicPr>
            <a:picLocks noChangeAspect="1"/>
          </p:cNvPicPr>
          <p:nvPr/>
        </p:nvPicPr>
        <p:blipFill>
          <a:blip xmlns:r="http://schemas.openxmlformats.org/officeDocument/2006/relationships" r:embed="rId4"/>
          <a:stretch>
            <a:fillRect/>
          </a:stretch>
        </p:blipFill>
        <p:spPr>
          <a:xfrm>
            <a:off x="0" y="5880100"/>
            <a:ext cx="9144000" cy="330200"/>
          </a:xfrm>
          <a:prstGeom prst="rect"/>
          <a:effectLst>
            <a:outerShdw algn="t" blurRad="63500" dir="5400000" dist="38100" rotWithShape="0">
              <a:prstClr val="black">
                <a:alpha val="59000"/>
              </a:prstClr>
            </a:outerShdw>
          </a:effectLst>
        </p:spPr>
      </p:pic>
      <p:sp>
        <p:nvSpPr>
          <p:cNvPr id="1048583" name="Title 1"/>
          <p:cNvSpPr>
            <a:spLocks noGrp="1"/>
          </p:cNvSpPr>
          <p:nvPr>
            <p:ph type="ctrTitle"/>
          </p:nvPr>
        </p:nvSpPr>
        <p:spPr>
          <a:xfrm rot="360000">
            <a:off x="3339809" y="3015792"/>
            <a:ext cx="4847038" cy="1599722"/>
          </a:xfrm>
        </p:spPr>
        <p:txBody>
          <a:bodyPr anchor="b"/>
          <a:lstStyle>
            <a:lvl1pPr>
              <a:defRPr sz="4800">
                <a:solidFill>
                  <a:srgbClr val="000100"/>
                </a:solidFill>
                <a:effectLst>
                  <a:outerShdw algn="ctr" blurRad="63500" rotWithShape="0" sx="102000" sy="102000">
                    <a:srgbClr val="FFFFFF">
                      <a:alpha val="40000"/>
                    </a:srgbClr>
                  </a:outerShdw>
                </a:effectLst>
              </a:defRPr>
            </a:lvl1pPr>
          </a:lstStyle>
          <a:p>
            <a:r>
              <a:rPr lang="en-US" smtClean="0"/>
              <a:t>Click to edit Master title style</a:t>
            </a:r>
            <a:endParaRPr dirty="0" lang="en-US"/>
          </a:p>
        </p:txBody>
      </p:sp>
      <p:sp>
        <p:nvSpPr>
          <p:cNvPr id="1048584" name="Subtitle 2"/>
          <p:cNvSpPr>
            <a:spLocks noGrp="1"/>
          </p:cNvSpPr>
          <p:nvPr>
            <p:ph type="subTitle" idx="1"/>
          </p:nvPr>
        </p:nvSpPr>
        <p:spPr>
          <a:xfrm rot="360000">
            <a:off x="3200499" y="4766916"/>
            <a:ext cx="4836456" cy="1040845"/>
          </a:xfrm>
        </p:spPr>
        <p:txBody>
          <a:bodyPr>
            <a:normAutofit/>
          </a:bodyPr>
          <a:lstStyle>
            <a:lvl1pPr algn="ctr" indent="0" marL="0">
              <a:buNone/>
              <a:defRPr sz="1800">
                <a:solidFill>
                  <a:srgbClr val="000100"/>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dirty="0" lang="en-US"/>
          </a:p>
        </p:txBody>
      </p:sp>
      <p:sp>
        <p:nvSpPr>
          <p:cNvPr id="1048585" name="Date Placeholder 3"/>
          <p:cNvSpPr>
            <a:spLocks noGrp="1"/>
          </p:cNvSpPr>
          <p:nvPr>
            <p:ph type="dt" sz="half" idx="10"/>
          </p:nvPr>
        </p:nvSpPr>
        <p:spPr>
          <a:xfrm rot="20520000">
            <a:off x="963613" y="5060950"/>
            <a:ext cx="1968500" cy="534988"/>
          </a:xfrm>
        </p:spPr>
        <p:txBody>
          <a:bodyPr anchor="t"/>
          <a:lstStyle>
            <a:lvl1pPr algn="ctr">
              <a:defRPr sz="2200" smtClean="0">
                <a:solidFill>
                  <a:schemeClr val="accent1"/>
                </a:solidFill>
              </a:defRPr>
            </a:lvl1pPr>
          </a:lstStyle>
          <a:p>
            <a:fld id="{9F4B3C85-FD0C-48E8-A5DB-E05ED50AA3F3}" type="datetimeFigureOut">
              <a:rPr lang="en-US"/>
              <a:t>10/26/2022</a:t>
            </a:fld>
            <a:endParaRPr lang="en-US"/>
          </a:p>
        </p:txBody>
      </p:sp>
      <p:sp>
        <p:nvSpPr>
          <p:cNvPr id="1048586" name="Footer Placeholder 4"/>
          <p:cNvSpPr>
            <a:spLocks noGrp="1"/>
          </p:cNvSpPr>
          <p:nvPr>
            <p:ph type="ftr" sz="quarter" idx="11"/>
          </p:nvPr>
        </p:nvSpPr>
        <p:spPr>
          <a:xfrm rot="20520000">
            <a:off x="647700" y="4135438"/>
            <a:ext cx="2085975" cy="835025"/>
          </a:xfrm>
        </p:spPr>
        <p:txBody>
          <a:bodyPr/>
          <a:lstStyle>
            <a:lvl1pPr algn="l">
              <a:defRPr sz="1600">
                <a:solidFill>
                  <a:schemeClr val="accent5">
                    <a:lumMod val="50000"/>
                  </a:schemeClr>
                </a:solidFill>
              </a:defRPr>
            </a:lvl1pPr>
          </a:lstStyle>
          <a:p>
            <a:endParaRPr lang="en-US"/>
          </a:p>
        </p:txBody>
      </p:sp>
      <p:sp>
        <p:nvSpPr>
          <p:cNvPr id="1048587" name="Slide Number Placeholder 5"/>
          <p:cNvSpPr>
            <a:spLocks noGrp="1"/>
          </p:cNvSpPr>
          <p:nvPr>
            <p:ph type="sldNum" sz="quarter" idx="12"/>
          </p:nvPr>
        </p:nvSpPr>
        <p:spPr>
          <a:xfrm rot="20520000">
            <a:off x="1981200" y="5510213"/>
            <a:ext cx="738188" cy="425450"/>
          </a:xfrm>
        </p:spPr>
        <p:txBody>
          <a:bodyPr/>
          <a:lstStyle>
            <a:lvl1pPr algn="r">
              <a:defRPr smtClean="0">
                <a:solidFill>
                  <a:schemeClr val="accent1">
                    <a:lumMod val="75000"/>
                  </a:schemeClr>
                </a:solidFill>
              </a:defRPr>
            </a:lvl1pPr>
          </a:lstStyle>
          <a:p>
            <a:fld id="{8802459E-492E-402E-87B9-85E880376A76}"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8" name=""/>
        <p:cNvGrpSpPr/>
        <p:nvPr/>
      </p:nvGrpSpPr>
      <p:grpSpPr>
        <a:xfrm>
          <a:off x="0" y="0"/>
          <a:ext cx="0" cy="0"/>
          <a:chOff x="0" y="0"/>
          <a:chExt cx="0" cy="0"/>
        </a:xfrm>
      </p:grpSpPr>
      <p:sp>
        <p:nvSpPr>
          <p:cNvPr id="1048592" name="Title 1"/>
          <p:cNvSpPr>
            <a:spLocks noGrp="1"/>
          </p:cNvSpPr>
          <p:nvPr>
            <p:ph type="title"/>
          </p:nvPr>
        </p:nvSpPr>
        <p:spPr/>
        <p:txBody>
          <a:bodyPr/>
          <a:p>
            <a:r>
              <a:rPr lang="en-US" smtClean="0"/>
              <a:t>Click to edit Master title style</a:t>
            </a:r>
            <a:endParaRPr dirty="0" lang="en-US"/>
          </a:p>
        </p:txBody>
      </p:sp>
      <p:sp>
        <p:nvSpPr>
          <p:cNvPr id="1048593"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4" name="Date Placeholder 3"/>
          <p:cNvSpPr>
            <a:spLocks noGrp="1"/>
          </p:cNvSpPr>
          <p:nvPr>
            <p:ph type="dt" sz="half" idx="10"/>
          </p:nvPr>
        </p:nvSpPr>
        <p:spPr/>
        <p:txBody>
          <a:bodyPr/>
          <a:p>
            <a:fld id="{8E06653F-094B-4FDF-B213-629E1BCAD807}" type="datetimeFigureOut">
              <a:rPr lang="en-US"/>
              <a:t>10/26/2022</a:t>
            </a:fld>
            <a:endParaRPr lang="en-US"/>
          </a:p>
        </p:txBody>
      </p:sp>
      <p:sp>
        <p:nvSpPr>
          <p:cNvPr id="1048595" name="Footer Placeholder 4"/>
          <p:cNvSpPr>
            <a:spLocks noGrp="1"/>
          </p:cNvSpPr>
          <p:nvPr>
            <p:ph type="ftr" sz="quarter" idx="11"/>
          </p:nvPr>
        </p:nvSpPr>
        <p:spPr/>
        <p:txBody>
          <a:bodyPr/>
          <a:p>
            <a:endParaRPr lang="en-US"/>
          </a:p>
        </p:txBody>
      </p:sp>
      <p:sp>
        <p:nvSpPr>
          <p:cNvPr id="1048596" name="Slide Number Placeholder 5"/>
          <p:cNvSpPr>
            <a:spLocks noGrp="1"/>
          </p:cNvSpPr>
          <p:nvPr>
            <p:ph type="sldNum" sz="quarter" idx="12"/>
          </p:nvPr>
        </p:nvSpPr>
        <p:spPr/>
        <p:txBody>
          <a:bodyPr/>
          <a:p>
            <a:fld id="{2CE7608E-839A-4336-A77F-1B3D99C5B146}"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16" name=""/>
        <p:cNvGrpSpPr/>
        <p:nvPr/>
      </p:nvGrpSpPr>
      <p:grpSpPr>
        <a:xfrm>
          <a:off x="0" y="0"/>
          <a:ext cx="0" cy="0"/>
          <a:chOff x="0" y="0"/>
          <a:chExt cx="0" cy="0"/>
        </a:xfrm>
      </p:grpSpPr>
      <p:sp>
        <p:nvSpPr>
          <p:cNvPr id="1048763" name="Title 1"/>
          <p:cNvSpPr>
            <a:spLocks noGrp="1"/>
          </p:cNvSpPr>
          <p:nvPr>
            <p:ph type="title"/>
          </p:nvPr>
        </p:nvSpPr>
        <p:spPr>
          <a:xfrm>
            <a:off x="551280" y="1497993"/>
            <a:ext cx="8041439" cy="2097259"/>
          </a:xfrm>
        </p:spPr>
        <p:txBody>
          <a:bodyPr anchor="b"/>
          <a:lstStyle>
            <a:lvl1pPr algn="ctr">
              <a:defRPr b="0" cap="none" sz="4800"/>
            </a:lvl1pPr>
          </a:lstStyle>
          <a:p>
            <a:r>
              <a:rPr lang="en-US" smtClean="0"/>
              <a:t>Click to edit Master title style</a:t>
            </a:r>
            <a:endParaRPr dirty="0" lang="en-US"/>
          </a:p>
        </p:txBody>
      </p:sp>
      <p:sp>
        <p:nvSpPr>
          <p:cNvPr id="1048764" name="Text Placeholder 2"/>
          <p:cNvSpPr>
            <a:spLocks noGrp="1"/>
          </p:cNvSpPr>
          <p:nvPr>
            <p:ph type="body" idx="1"/>
          </p:nvPr>
        </p:nvSpPr>
        <p:spPr>
          <a:xfrm>
            <a:off x="838199" y="3754402"/>
            <a:ext cx="7467601" cy="1500187"/>
          </a:xfrm>
        </p:spPr>
        <p:txBody>
          <a:bodyPr/>
          <a:lstStyle>
            <a:lvl1pPr algn="ct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65" name="Date Placeholder 3"/>
          <p:cNvSpPr>
            <a:spLocks noGrp="1"/>
          </p:cNvSpPr>
          <p:nvPr>
            <p:ph type="dt" sz="half" idx="10"/>
          </p:nvPr>
        </p:nvSpPr>
        <p:spPr/>
        <p:txBody>
          <a:bodyPr/>
          <a:p>
            <a:fld id="{5D91B27B-0965-437D-BF02-AB7E0180F657}" type="datetimeFigureOut">
              <a:rPr lang="en-US"/>
              <a:t>10/26/2022</a:t>
            </a:fld>
            <a:endParaRPr lang="en-US"/>
          </a:p>
        </p:txBody>
      </p:sp>
      <p:sp>
        <p:nvSpPr>
          <p:cNvPr id="1048766" name="Footer Placeholder 4"/>
          <p:cNvSpPr>
            <a:spLocks noGrp="1"/>
          </p:cNvSpPr>
          <p:nvPr>
            <p:ph type="ftr" sz="quarter" idx="11"/>
          </p:nvPr>
        </p:nvSpPr>
        <p:spPr/>
        <p:txBody>
          <a:bodyPr/>
          <a:p>
            <a:endParaRPr lang="en-US"/>
          </a:p>
        </p:txBody>
      </p:sp>
      <p:sp>
        <p:nvSpPr>
          <p:cNvPr id="1048767" name="Slide Number Placeholder 5"/>
          <p:cNvSpPr>
            <a:spLocks noGrp="1"/>
          </p:cNvSpPr>
          <p:nvPr>
            <p:ph type="sldNum" sz="quarter" idx="12"/>
          </p:nvPr>
        </p:nvSpPr>
        <p:spPr/>
        <p:txBody>
          <a:bodyPr/>
          <a:p>
            <a:fld id="{457EB63B-6735-4EC5-8BBC-1EB9226F136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95" name=""/>
        <p:cNvGrpSpPr/>
        <p:nvPr/>
      </p:nvGrpSpPr>
      <p:grpSpPr>
        <a:xfrm>
          <a:off x="0" y="0"/>
          <a:ext cx="0" cy="0"/>
          <a:chOff x="0" y="0"/>
          <a:chExt cx="0" cy="0"/>
        </a:xfrm>
      </p:grpSpPr>
      <p:sp>
        <p:nvSpPr>
          <p:cNvPr id="1048707" name="Title 1"/>
          <p:cNvSpPr>
            <a:spLocks noGrp="1"/>
          </p:cNvSpPr>
          <p:nvPr>
            <p:ph type="title"/>
          </p:nvPr>
        </p:nvSpPr>
        <p:spPr/>
        <p:txBody>
          <a:bodyPr/>
          <a:p>
            <a:r>
              <a:rPr lang="en-US" smtClean="0"/>
              <a:t>Click to edit Master title style</a:t>
            </a:r>
            <a:endParaRPr lang="en-US"/>
          </a:p>
        </p:txBody>
      </p:sp>
      <p:sp>
        <p:nvSpPr>
          <p:cNvPr id="1048708" name="Content Placeholder 8"/>
          <p:cNvSpPr>
            <a:spLocks noGrp="1"/>
          </p:cNvSpPr>
          <p:nvPr>
            <p:ph sz="quarter" idx="13"/>
          </p:nvPr>
        </p:nvSpPr>
        <p:spPr>
          <a:xfrm>
            <a:off x="841248" y="2039112"/>
            <a:ext cx="3657600" cy="395020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09" name="Content Placeholder 10"/>
          <p:cNvSpPr>
            <a:spLocks noGrp="1"/>
          </p:cNvSpPr>
          <p:nvPr>
            <p:ph sz="quarter" idx="14"/>
          </p:nvPr>
        </p:nvSpPr>
        <p:spPr>
          <a:xfrm>
            <a:off x="4645152" y="2039112"/>
            <a:ext cx="3657600" cy="395020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10" name="Date Placeholder 3"/>
          <p:cNvSpPr>
            <a:spLocks noGrp="1"/>
          </p:cNvSpPr>
          <p:nvPr>
            <p:ph type="dt" sz="half" idx="15"/>
          </p:nvPr>
        </p:nvSpPr>
        <p:spPr/>
        <p:txBody>
          <a:bodyPr/>
          <a:p>
            <a:fld id="{4F9A0D33-BA8B-4409-AB8B-29906613C735}" type="datetimeFigureOut">
              <a:rPr lang="en-US"/>
              <a:t>10/26/2022</a:t>
            </a:fld>
            <a:endParaRPr lang="en-US"/>
          </a:p>
        </p:txBody>
      </p:sp>
      <p:sp>
        <p:nvSpPr>
          <p:cNvPr id="1048711" name="Footer Placeholder 4"/>
          <p:cNvSpPr>
            <a:spLocks noGrp="1"/>
          </p:cNvSpPr>
          <p:nvPr>
            <p:ph type="ftr" sz="quarter" idx="16"/>
          </p:nvPr>
        </p:nvSpPr>
        <p:spPr/>
        <p:txBody>
          <a:bodyPr/>
          <a:p>
            <a:endParaRPr lang="en-US"/>
          </a:p>
        </p:txBody>
      </p:sp>
      <p:sp>
        <p:nvSpPr>
          <p:cNvPr id="1048712" name="Slide Number Placeholder 5"/>
          <p:cNvSpPr>
            <a:spLocks noGrp="1"/>
          </p:cNvSpPr>
          <p:nvPr>
            <p:ph type="sldNum" sz="quarter" idx="17"/>
          </p:nvPr>
        </p:nvSpPr>
        <p:spPr/>
        <p:txBody>
          <a:bodyPr/>
          <a:p>
            <a:fld id="{62EB4E1C-0F17-418A-8855-E6297C064EE2}"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17" name=""/>
        <p:cNvGrpSpPr/>
        <p:nvPr/>
      </p:nvGrpSpPr>
      <p:grpSpPr>
        <a:xfrm>
          <a:off x="0" y="0"/>
          <a:ext cx="0" cy="0"/>
          <a:chOff x="0" y="0"/>
          <a:chExt cx="0" cy="0"/>
        </a:xfrm>
      </p:grpSpPr>
      <p:sp>
        <p:nvSpPr>
          <p:cNvPr id="1048768" name="Freeform 22"/>
          <p:cNvSpPr/>
          <p:nvPr/>
        </p:nvSpPr>
        <p:spPr bwMode="auto">
          <a:xfrm rot="20274567">
            <a:off x="3933825" y="4281488"/>
            <a:ext cx="1289050" cy="722312"/>
          </a:xfrm>
          <a:custGeom>
            <a:avLst/>
            <a:gdLst>
              <a:gd name="T0" fmla="*/ 338412 w 1288494"/>
              <a:gd name="T1" fmla="*/ 443436 h 722529"/>
              <a:gd name="T2" fmla="*/ 457051 w 1288494"/>
              <a:gd name="T3" fmla="*/ 488168 h 722529"/>
              <a:gd name="T4" fmla="*/ 141977 w 1288494"/>
              <a:gd name="T5" fmla="*/ 301459 h 722529"/>
              <a:gd name="T6" fmla="*/ 1075528 w 1288494"/>
              <a:gd name="T7" fmla="*/ 637925 h 722529"/>
              <a:gd name="T8" fmla="*/ 35008 w 1288494"/>
              <a:gd name="T9" fmla="*/ 156564 h 722529"/>
              <a:gd name="T10" fmla="*/ 26256 w 1288494"/>
              <a:gd name="T11" fmla="*/ 137115 h 722529"/>
              <a:gd name="T12" fmla="*/ 1235982 w 1288494"/>
              <a:gd name="T13" fmla="*/ 670016 h 722529"/>
              <a:gd name="T14" fmla="*/ 1229174 w 1288494"/>
              <a:gd name="T15" fmla="*/ 655429 h 722529"/>
              <a:gd name="T16" fmla="*/ 1048299 w 1288494"/>
              <a:gd name="T17" fmla="*/ 592221 h 722529"/>
              <a:gd name="T18" fmla="*/ 1234036 w 1288494"/>
              <a:gd name="T19" fmla="*/ 618476 h 722529"/>
              <a:gd name="T20" fmla="*/ 14587 w 1288494"/>
              <a:gd name="T21" fmla="*/ 105024 h 722529"/>
              <a:gd name="T22" fmla="*/ 2917 w 1288494"/>
              <a:gd name="T23" fmla="*/ 9724 h 722529"/>
              <a:gd name="T24" fmla="*/ 9725 w 1288494"/>
              <a:gd name="T25" fmla="*/ 44732 h 722529"/>
              <a:gd name="T26" fmla="*/ 23339 w 1288494"/>
              <a:gd name="T27" fmla="*/ 100162 h 722529"/>
              <a:gd name="T28" fmla="*/ 59319 w 1288494"/>
              <a:gd name="T29" fmla="*/ 179902 h 722529"/>
              <a:gd name="T30" fmla="*/ 142950 w 1288494"/>
              <a:gd name="T31" fmla="*/ 282982 h 722529"/>
              <a:gd name="T32" fmla="*/ 220746 w 1288494"/>
              <a:gd name="T33" fmla="*/ 352026 h 722529"/>
              <a:gd name="T34" fmla="*/ 282010 w 1288494"/>
              <a:gd name="T35" fmla="*/ 393841 h 722529"/>
              <a:gd name="T36" fmla="*/ 414263 w 1288494"/>
              <a:gd name="T37" fmla="*/ 467747 h 722529"/>
              <a:gd name="T38" fmla="*/ 480389 w 1288494"/>
              <a:gd name="T39" fmla="*/ 499838 h 722529"/>
              <a:gd name="T40" fmla="*/ 565965 w 1288494"/>
              <a:gd name="T41" fmla="*/ 532901 h 722529"/>
              <a:gd name="T42" fmla="*/ 684604 w 1288494"/>
              <a:gd name="T43" fmla="*/ 565964 h 722529"/>
              <a:gd name="T44" fmla="*/ 969531 w 1288494"/>
              <a:gd name="T45" fmla="*/ 621394 h 722529"/>
              <a:gd name="T46" fmla="*/ 1243275 w 1288494"/>
              <a:gd name="T47" fmla="*/ 638898 h 722529"/>
              <a:gd name="T48" fmla="*/ 1106646 w 1288494"/>
              <a:gd name="T49" fmla="*/ 640843 h 722529"/>
              <a:gd name="T50" fmla="*/ 1028850 w 1288494"/>
              <a:gd name="T51" fmla="*/ 635008 h 722529"/>
              <a:gd name="T52" fmla="*/ 949110 w 1288494"/>
              <a:gd name="T53" fmla="*/ 628201 h 722529"/>
              <a:gd name="T54" fmla="*/ 908267 w 1288494"/>
              <a:gd name="T55" fmla="*/ 623339 h 722529"/>
              <a:gd name="T56" fmla="*/ 814912 w 1288494"/>
              <a:gd name="T57" fmla="*/ 605834 h 722529"/>
              <a:gd name="T58" fmla="*/ 781848 w 1288494"/>
              <a:gd name="T59" fmla="*/ 599027 h 722529"/>
              <a:gd name="T60" fmla="*/ 727392 w 1288494"/>
              <a:gd name="T61" fmla="*/ 588331 h 722529"/>
              <a:gd name="T62" fmla="*/ 682659 w 1288494"/>
              <a:gd name="T63" fmla="*/ 574716 h 722529"/>
              <a:gd name="T64" fmla="*/ 641816 w 1288494"/>
              <a:gd name="T65" fmla="*/ 564992 h 722529"/>
              <a:gd name="T66" fmla="*/ 595139 w 1288494"/>
              <a:gd name="T67" fmla="*/ 553323 h 722529"/>
              <a:gd name="T68" fmla="*/ 554296 w 1288494"/>
              <a:gd name="T69" fmla="*/ 538735 h 722529"/>
              <a:gd name="T70" fmla="*/ 526095 w 1288494"/>
              <a:gd name="T71" fmla="*/ 529011 h 722529"/>
              <a:gd name="T72" fmla="*/ 494004 w 1288494"/>
              <a:gd name="T73" fmla="*/ 517342 h 722529"/>
              <a:gd name="T74" fmla="*/ 448299 w 1288494"/>
              <a:gd name="T75" fmla="*/ 498865 h 722529"/>
              <a:gd name="T76" fmla="*/ 423015 w 1288494"/>
              <a:gd name="T77" fmla="*/ 486223 h 722529"/>
              <a:gd name="T78" fmla="*/ 391897 w 1288494"/>
              <a:gd name="T79" fmla="*/ 469692 h 722529"/>
              <a:gd name="T80" fmla="*/ 353971 w 1288494"/>
              <a:gd name="T81" fmla="*/ 450243 h 722529"/>
              <a:gd name="T82" fmla="*/ 327715 w 1288494"/>
              <a:gd name="T83" fmla="*/ 436628 h 722529"/>
              <a:gd name="T84" fmla="*/ 293679 w 1288494"/>
              <a:gd name="T85" fmla="*/ 415235 h 722529"/>
              <a:gd name="T86" fmla="*/ 241167 w 1288494"/>
              <a:gd name="T87" fmla="*/ 380227 h 722529"/>
              <a:gd name="T88" fmla="*/ 211021 w 1288494"/>
              <a:gd name="T89" fmla="*/ 360777 h 722529"/>
              <a:gd name="T90" fmla="*/ 148785 w 1288494"/>
              <a:gd name="T91" fmla="*/ 308265 h 722529"/>
              <a:gd name="T92" fmla="*/ 135170 w 1288494"/>
              <a:gd name="T93" fmla="*/ 292706 h 722529"/>
              <a:gd name="T94" fmla="*/ 132253 w 1288494"/>
              <a:gd name="T95" fmla="*/ 287844 h 722529"/>
              <a:gd name="T96" fmla="*/ 122529 w 1288494"/>
              <a:gd name="T97" fmla="*/ 279092 h 722529"/>
              <a:gd name="T98" fmla="*/ 108914 w 1288494"/>
              <a:gd name="T99" fmla="*/ 266451 h 722529"/>
              <a:gd name="T100" fmla="*/ 91410 w 1288494"/>
              <a:gd name="T101" fmla="*/ 243111 h 722529"/>
              <a:gd name="T102" fmla="*/ 84603 w 1288494"/>
              <a:gd name="T103" fmla="*/ 234359 h 722529"/>
              <a:gd name="T104" fmla="*/ 70016 w 1288494"/>
              <a:gd name="T105" fmla="*/ 215883 h 722529"/>
              <a:gd name="T106" fmla="*/ 63209 w 1288494"/>
              <a:gd name="T107" fmla="*/ 199351 h 722529"/>
              <a:gd name="T108" fmla="*/ 46678 w 1288494"/>
              <a:gd name="T109" fmla="*/ 175040 h 722529"/>
              <a:gd name="T110" fmla="*/ 36953 w 1288494"/>
              <a:gd name="T111" fmla="*/ 160453 h 722529"/>
              <a:gd name="T112" fmla="*/ 34036 w 1288494"/>
              <a:gd name="T113" fmla="*/ 143921 h 722529"/>
              <a:gd name="T114" fmla="*/ 16532 w 1288494"/>
              <a:gd name="T115" fmla="*/ 101134 h 722529"/>
              <a:gd name="T116" fmla="*/ 4863 w 1288494"/>
              <a:gd name="T117" fmla="*/ 50566 h 722529"/>
              <a:gd name="T118" fmla="*/ 1884 w 1288494"/>
              <a:gd name="T119" fmla="*/ 3039 h 722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8494" h="722529">
                <a:moveTo>
                  <a:pt x="548461" y="537763"/>
                </a:moveTo>
                <a:lnTo>
                  <a:pt x="548461" y="537763"/>
                </a:lnTo>
                <a:close/>
                <a:moveTo>
                  <a:pt x="547489" y="536791"/>
                </a:moveTo>
                <a:lnTo>
                  <a:pt x="548461" y="537763"/>
                </a:lnTo>
                <a:lnTo>
                  <a:pt x="546516" y="536791"/>
                </a:lnTo>
                <a:lnTo>
                  <a:pt x="544572" y="535818"/>
                </a:lnTo>
                <a:lnTo>
                  <a:pt x="547489" y="536791"/>
                </a:lnTo>
                <a:close/>
                <a:moveTo>
                  <a:pt x="338413" y="443436"/>
                </a:moveTo>
                <a:lnTo>
                  <a:pt x="340357" y="444408"/>
                </a:lnTo>
                <a:lnTo>
                  <a:pt x="339385" y="444408"/>
                </a:lnTo>
                <a:lnTo>
                  <a:pt x="338413" y="443436"/>
                </a:lnTo>
                <a:close/>
                <a:moveTo>
                  <a:pt x="337440" y="442463"/>
                </a:moveTo>
                <a:lnTo>
                  <a:pt x="338413" y="443436"/>
                </a:lnTo>
                <a:lnTo>
                  <a:pt x="338412" y="443436"/>
                </a:lnTo>
                <a:lnTo>
                  <a:pt x="337440" y="442463"/>
                </a:lnTo>
                <a:close/>
                <a:moveTo>
                  <a:pt x="334522" y="440518"/>
                </a:moveTo>
                <a:lnTo>
                  <a:pt x="334523" y="441491"/>
                </a:lnTo>
                <a:lnTo>
                  <a:pt x="333550" y="441491"/>
                </a:lnTo>
                <a:lnTo>
                  <a:pt x="331605" y="439546"/>
                </a:lnTo>
                <a:lnTo>
                  <a:pt x="334522" y="440518"/>
                </a:lnTo>
                <a:close/>
                <a:moveTo>
                  <a:pt x="644733" y="565964"/>
                </a:moveTo>
                <a:lnTo>
                  <a:pt x="642788" y="565964"/>
                </a:lnTo>
                <a:lnTo>
                  <a:pt x="641816" y="565964"/>
                </a:lnTo>
                <a:lnTo>
                  <a:pt x="644733" y="565964"/>
                </a:lnTo>
                <a:close/>
                <a:moveTo>
                  <a:pt x="457051" y="488168"/>
                </a:moveTo>
                <a:lnTo>
                  <a:pt x="458996" y="489140"/>
                </a:lnTo>
                <a:lnTo>
                  <a:pt x="458993" y="489139"/>
                </a:lnTo>
                <a:lnTo>
                  <a:pt x="457051" y="488168"/>
                </a:lnTo>
                <a:close/>
                <a:moveTo>
                  <a:pt x="243112" y="383144"/>
                </a:moveTo>
                <a:lnTo>
                  <a:pt x="244085" y="384117"/>
                </a:lnTo>
                <a:lnTo>
                  <a:pt x="243112" y="383144"/>
                </a:lnTo>
                <a:close/>
                <a:moveTo>
                  <a:pt x="781848" y="599027"/>
                </a:moveTo>
                <a:lnTo>
                  <a:pt x="781848" y="599027"/>
                </a:lnTo>
                <a:lnTo>
                  <a:pt x="780876" y="599027"/>
                </a:lnTo>
                <a:lnTo>
                  <a:pt x="781848" y="599027"/>
                </a:lnTo>
                <a:close/>
                <a:moveTo>
                  <a:pt x="242140" y="366612"/>
                </a:moveTo>
                <a:lnTo>
                  <a:pt x="244085" y="368557"/>
                </a:lnTo>
                <a:lnTo>
                  <a:pt x="241797" y="366956"/>
                </a:lnTo>
                <a:lnTo>
                  <a:pt x="242140" y="366612"/>
                </a:lnTo>
                <a:close/>
                <a:moveTo>
                  <a:pt x="141978" y="301458"/>
                </a:moveTo>
                <a:lnTo>
                  <a:pt x="141978" y="301459"/>
                </a:lnTo>
                <a:lnTo>
                  <a:pt x="141977" y="301459"/>
                </a:lnTo>
                <a:lnTo>
                  <a:pt x="141978" y="301458"/>
                </a:lnTo>
                <a:close/>
                <a:moveTo>
                  <a:pt x="142950" y="301458"/>
                </a:moveTo>
                <a:lnTo>
                  <a:pt x="142950" y="302430"/>
                </a:lnTo>
                <a:lnTo>
                  <a:pt x="141978" y="301459"/>
                </a:lnTo>
                <a:lnTo>
                  <a:pt x="142950" y="301458"/>
                </a:lnTo>
                <a:close/>
                <a:moveTo>
                  <a:pt x="979256" y="620421"/>
                </a:moveTo>
                <a:lnTo>
                  <a:pt x="979165" y="620512"/>
                </a:lnTo>
                <a:lnTo>
                  <a:pt x="978283" y="620421"/>
                </a:lnTo>
                <a:lnTo>
                  <a:pt x="979256" y="620421"/>
                </a:lnTo>
                <a:close/>
                <a:moveTo>
                  <a:pt x="93355" y="247974"/>
                </a:moveTo>
                <a:lnTo>
                  <a:pt x="94328" y="248946"/>
                </a:lnTo>
                <a:lnTo>
                  <a:pt x="94328" y="249919"/>
                </a:lnTo>
                <a:lnTo>
                  <a:pt x="93355" y="247974"/>
                </a:lnTo>
                <a:close/>
                <a:moveTo>
                  <a:pt x="1075528" y="637925"/>
                </a:moveTo>
                <a:lnTo>
                  <a:pt x="1075528" y="637925"/>
                </a:lnTo>
                <a:lnTo>
                  <a:pt x="1074555" y="637925"/>
                </a:lnTo>
                <a:lnTo>
                  <a:pt x="1075528" y="637925"/>
                </a:lnTo>
                <a:close/>
                <a:moveTo>
                  <a:pt x="47650" y="177958"/>
                </a:moveTo>
                <a:lnTo>
                  <a:pt x="49595" y="178930"/>
                </a:lnTo>
                <a:lnTo>
                  <a:pt x="49595" y="180875"/>
                </a:lnTo>
                <a:lnTo>
                  <a:pt x="51540" y="183792"/>
                </a:lnTo>
                <a:lnTo>
                  <a:pt x="50568" y="184764"/>
                </a:lnTo>
                <a:lnTo>
                  <a:pt x="49595" y="184765"/>
                </a:lnTo>
                <a:lnTo>
                  <a:pt x="48623" y="183792"/>
                </a:lnTo>
                <a:lnTo>
                  <a:pt x="46678" y="182820"/>
                </a:lnTo>
                <a:lnTo>
                  <a:pt x="45705" y="179903"/>
                </a:lnTo>
                <a:lnTo>
                  <a:pt x="46678" y="179902"/>
                </a:lnTo>
                <a:lnTo>
                  <a:pt x="46678" y="178930"/>
                </a:lnTo>
                <a:lnTo>
                  <a:pt x="47650" y="177958"/>
                </a:lnTo>
                <a:close/>
                <a:moveTo>
                  <a:pt x="35008" y="156564"/>
                </a:moveTo>
                <a:lnTo>
                  <a:pt x="36953" y="159157"/>
                </a:lnTo>
                <a:lnTo>
                  <a:pt x="36953" y="159481"/>
                </a:lnTo>
                <a:lnTo>
                  <a:pt x="35008" y="156564"/>
                </a:lnTo>
                <a:close/>
                <a:moveTo>
                  <a:pt x="25284" y="133225"/>
                </a:moveTo>
                <a:lnTo>
                  <a:pt x="28201" y="141005"/>
                </a:lnTo>
                <a:lnTo>
                  <a:pt x="30146" y="144894"/>
                </a:lnTo>
                <a:lnTo>
                  <a:pt x="33063" y="147811"/>
                </a:lnTo>
                <a:lnTo>
                  <a:pt x="33063" y="146839"/>
                </a:lnTo>
                <a:lnTo>
                  <a:pt x="34036" y="148784"/>
                </a:lnTo>
                <a:lnTo>
                  <a:pt x="35008" y="151701"/>
                </a:lnTo>
                <a:lnTo>
                  <a:pt x="34036" y="149756"/>
                </a:lnTo>
                <a:lnTo>
                  <a:pt x="33064" y="148784"/>
                </a:lnTo>
                <a:lnTo>
                  <a:pt x="32091" y="149756"/>
                </a:lnTo>
                <a:lnTo>
                  <a:pt x="25284" y="137114"/>
                </a:lnTo>
                <a:lnTo>
                  <a:pt x="26256" y="137115"/>
                </a:lnTo>
                <a:lnTo>
                  <a:pt x="25284" y="136142"/>
                </a:lnTo>
                <a:lnTo>
                  <a:pt x="25284" y="133225"/>
                </a:lnTo>
                <a:close/>
                <a:moveTo>
                  <a:pt x="1277796" y="622366"/>
                </a:moveTo>
                <a:lnTo>
                  <a:pt x="1283631" y="625284"/>
                </a:lnTo>
                <a:lnTo>
                  <a:pt x="1285576" y="628201"/>
                </a:lnTo>
                <a:lnTo>
                  <a:pt x="1287521" y="630146"/>
                </a:lnTo>
                <a:lnTo>
                  <a:pt x="1288494" y="634036"/>
                </a:lnTo>
                <a:lnTo>
                  <a:pt x="1287521" y="637926"/>
                </a:lnTo>
                <a:lnTo>
                  <a:pt x="1285576" y="642788"/>
                </a:lnTo>
                <a:lnTo>
                  <a:pt x="1282659" y="646677"/>
                </a:lnTo>
                <a:lnTo>
                  <a:pt x="1277797" y="650567"/>
                </a:lnTo>
                <a:lnTo>
                  <a:pt x="1271962" y="654457"/>
                </a:lnTo>
                <a:lnTo>
                  <a:pt x="1264183" y="658347"/>
                </a:lnTo>
                <a:lnTo>
                  <a:pt x="1255431" y="662237"/>
                </a:lnTo>
                <a:lnTo>
                  <a:pt x="1235982" y="670016"/>
                </a:lnTo>
                <a:lnTo>
                  <a:pt x="1215560" y="676824"/>
                </a:lnTo>
                <a:lnTo>
                  <a:pt x="1207780" y="680713"/>
                </a:lnTo>
                <a:lnTo>
                  <a:pt x="1199028" y="685575"/>
                </a:lnTo>
                <a:lnTo>
                  <a:pt x="1179579" y="698217"/>
                </a:lnTo>
                <a:lnTo>
                  <a:pt x="1146516" y="722528"/>
                </a:lnTo>
                <a:lnTo>
                  <a:pt x="1140681" y="722529"/>
                </a:lnTo>
                <a:lnTo>
                  <a:pt x="1137764" y="721556"/>
                </a:lnTo>
                <a:lnTo>
                  <a:pt x="1129985" y="714748"/>
                </a:lnTo>
                <a:lnTo>
                  <a:pt x="1137764" y="708914"/>
                </a:lnTo>
                <a:lnTo>
                  <a:pt x="1146516" y="703079"/>
                </a:lnTo>
                <a:lnTo>
                  <a:pt x="1156241" y="696273"/>
                </a:lnTo>
                <a:lnTo>
                  <a:pt x="1168883" y="690437"/>
                </a:lnTo>
                <a:lnTo>
                  <a:pt x="1209726" y="669044"/>
                </a:lnTo>
                <a:lnTo>
                  <a:pt x="1220422" y="662237"/>
                </a:lnTo>
                <a:lnTo>
                  <a:pt x="1229174" y="655429"/>
                </a:lnTo>
                <a:lnTo>
                  <a:pt x="1237926" y="647649"/>
                </a:lnTo>
                <a:lnTo>
                  <a:pt x="1243761" y="639870"/>
                </a:lnTo>
                <a:lnTo>
                  <a:pt x="1245706" y="638898"/>
                </a:lnTo>
                <a:lnTo>
                  <a:pt x="1243275" y="638898"/>
                </a:lnTo>
                <a:lnTo>
                  <a:pt x="1242789" y="637925"/>
                </a:lnTo>
                <a:lnTo>
                  <a:pt x="1240844" y="635981"/>
                </a:lnTo>
                <a:lnTo>
                  <a:pt x="1237926" y="634036"/>
                </a:lnTo>
                <a:lnTo>
                  <a:pt x="1226257" y="630145"/>
                </a:lnTo>
                <a:lnTo>
                  <a:pt x="1207780" y="625284"/>
                </a:lnTo>
                <a:lnTo>
                  <a:pt x="1182496" y="620421"/>
                </a:lnTo>
                <a:lnTo>
                  <a:pt x="1113453" y="607780"/>
                </a:lnTo>
                <a:lnTo>
                  <a:pt x="1074555" y="600000"/>
                </a:lnTo>
                <a:lnTo>
                  <a:pt x="1060940" y="596110"/>
                </a:lnTo>
                <a:lnTo>
                  <a:pt x="1048299" y="592221"/>
                </a:lnTo>
                <a:lnTo>
                  <a:pt x="1036630" y="587358"/>
                </a:lnTo>
                <a:lnTo>
                  <a:pt x="1027877" y="583469"/>
                </a:lnTo>
                <a:lnTo>
                  <a:pt x="1020098" y="579579"/>
                </a:lnTo>
                <a:lnTo>
                  <a:pt x="1014263" y="574716"/>
                </a:lnTo>
                <a:lnTo>
                  <a:pt x="1009401" y="569854"/>
                </a:lnTo>
                <a:lnTo>
                  <a:pt x="1006483" y="564992"/>
                </a:lnTo>
                <a:lnTo>
                  <a:pt x="1002594" y="554295"/>
                </a:lnTo>
                <a:lnTo>
                  <a:pt x="1030795" y="566937"/>
                </a:lnTo>
                <a:lnTo>
                  <a:pt x="1058996" y="577634"/>
                </a:lnTo>
                <a:lnTo>
                  <a:pt x="1087197" y="587358"/>
                </a:lnTo>
                <a:lnTo>
                  <a:pt x="1116371" y="596110"/>
                </a:lnTo>
                <a:lnTo>
                  <a:pt x="1145544" y="602917"/>
                </a:lnTo>
                <a:lnTo>
                  <a:pt x="1174717" y="609725"/>
                </a:lnTo>
                <a:lnTo>
                  <a:pt x="1204863" y="614587"/>
                </a:lnTo>
                <a:lnTo>
                  <a:pt x="1234036" y="618476"/>
                </a:lnTo>
                <a:lnTo>
                  <a:pt x="1248623" y="618476"/>
                </a:lnTo>
                <a:lnTo>
                  <a:pt x="1260293" y="619449"/>
                </a:lnTo>
                <a:lnTo>
                  <a:pt x="1270017" y="620422"/>
                </a:lnTo>
                <a:lnTo>
                  <a:pt x="1277796" y="622366"/>
                </a:lnTo>
                <a:close/>
                <a:moveTo>
                  <a:pt x="13614" y="101134"/>
                </a:moveTo>
                <a:lnTo>
                  <a:pt x="15560" y="104051"/>
                </a:lnTo>
                <a:lnTo>
                  <a:pt x="16532" y="104052"/>
                </a:lnTo>
                <a:lnTo>
                  <a:pt x="15559" y="105024"/>
                </a:lnTo>
                <a:lnTo>
                  <a:pt x="16532" y="109886"/>
                </a:lnTo>
                <a:lnTo>
                  <a:pt x="16532" y="110859"/>
                </a:lnTo>
                <a:lnTo>
                  <a:pt x="15559" y="110858"/>
                </a:lnTo>
                <a:lnTo>
                  <a:pt x="14587" y="108913"/>
                </a:lnTo>
                <a:lnTo>
                  <a:pt x="15559" y="108913"/>
                </a:lnTo>
                <a:lnTo>
                  <a:pt x="15559" y="106969"/>
                </a:lnTo>
                <a:lnTo>
                  <a:pt x="14587" y="105024"/>
                </a:lnTo>
                <a:lnTo>
                  <a:pt x="14587" y="103079"/>
                </a:lnTo>
                <a:lnTo>
                  <a:pt x="13614" y="101134"/>
                </a:lnTo>
                <a:close/>
                <a:moveTo>
                  <a:pt x="5835" y="22366"/>
                </a:moveTo>
                <a:lnTo>
                  <a:pt x="5835" y="23338"/>
                </a:lnTo>
                <a:lnTo>
                  <a:pt x="5658" y="22542"/>
                </a:lnTo>
                <a:lnTo>
                  <a:pt x="5835" y="22366"/>
                </a:lnTo>
                <a:close/>
                <a:moveTo>
                  <a:pt x="3890" y="14586"/>
                </a:moveTo>
                <a:lnTo>
                  <a:pt x="4862" y="15559"/>
                </a:lnTo>
                <a:lnTo>
                  <a:pt x="4862" y="18476"/>
                </a:lnTo>
                <a:lnTo>
                  <a:pt x="4668" y="18087"/>
                </a:lnTo>
                <a:lnTo>
                  <a:pt x="3890" y="14586"/>
                </a:lnTo>
                <a:close/>
                <a:moveTo>
                  <a:pt x="1884" y="3039"/>
                </a:moveTo>
                <a:lnTo>
                  <a:pt x="3890" y="9724"/>
                </a:lnTo>
                <a:lnTo>
                  <a:pt x="3890" y="10697"/>
                </a:lnTo>
                <a:lnTo>
                  <a:pt x="2917" y="9724"/>
                </a:lnTo>
                <a:lnTo>
                  <a:pt x="2917" y="8752"/>
                </a:lnTo>
                <a:lnTo>
                  <a:pt x="1945" y="8751"/>
                </a:lnTo>
                <a:lnTo>
                  <a:pt x="1945" y="13613"/>
                </a:lnTo>
                <a:lnTo>
                  <a:pt x="2917" y="13613"/>
                </a:lnTo>
                <a:lnTo>
                  <a:pt x="2917" y="14586"/>
                </a:lnTo>
                <a:lnTo>
                  <a:pt x="4668" y="18087"/>
                </a:lnTo>
                <a:lnTo>
                  <a:pt x="5658" y="22542"/>
                </a:lnTo>
                <a:lnTo>
                  <a:pt x="4862" y="23338"/>
                </a:lnTo>
                <a:lnTo>
                  <a:pt x="4862" y="24310"/>
                </a:lnTo>
                <a:lnTo>
                  <a:pt x="5835" y="25283"/>
                </a:lnTo>
                <a:lnTo>
                  <a:pt x="6807" y="27228"/>
                </a:lnTo>
                <a:lnTo>
                  <a:pt x="7780" y="34035"/>
                </a:lnTo>
                <a:lnTo>
                  <a:pt x="7780" y="36952"/>
                </a:lnTo>
                <a:lnTo>
                  <a:pt x="8752" y="40842"/>
                </a:lnTo>
                <a:lnTo>
                  <a:pt x="9725" y="44732"/>
                </a:lnTo>
                <a:lnTo>
                  <a:pt x="9724" y="48622"/>
                </a:lnTo>
                <a:lnTo>
                  <a:pt x="7780" y="44732"/>
                </a:lnTo>
                <a:lnTo>
                  <a:pt x="5835" y="40842"/>
                </a:lnTo>
                <a:lnTo>
                  <a:pt x="6807" y="48622"/>
                </a:lnTo>
                <a:lnTo>
                  <a:pt x="8752" y="50567"/>
                </a:lnTo>
                <a:lnTo>
                  <a:pt x="10697" y="55429"/>
                </a:lnTo>
                <a:lnTo>
                  <a:pt x="10697" y="56401"/>
                </a:lnTo>
                <a:lnTo>
                  <a:pt x="12642" y="60291"/>
                </a:lnTo>
                <a:lnTo>
                  <a:pt x="13614" y="62236"/>
                </a:lnTo>
                <a:lnTo>
                  <a:pt x="14587" y="65153"/>
                </a:lnTo>
                <a:lnTo>
                  <a:pt x="17504" y="79740"/>
                </a:lnTo>
                <a:lnTo>
                  <a:pt x="20422" y="91410"/>
                </a:lnTo>
                <a:lnTo>
                  <a:pt x="19449" y="92382"/>
                </a:lnTo>
                <a:lnTo>
                  <a:pt x="22367" y="96271"/>
                </a:lnTo>
                <a:lnTo>
                  <a:pt x="23339" y="100162"/>
                </a:lnTo>
                <a:lnTo>
                  <a:pt x="27229" y="109886"/>
                </a:lnTo>
                <a:lnTo>
                  <a:pt x="29174" y="116693"/>
                </a:lnTo>
                <a:lnTo>
                  <a:pt x="32091" y="123501"/>
                </a:lnTo>
                <a:lnTo>
                  <a:pt x="35008" y="129335"/>
                </a:lnTo>
                <a:lnTo>
                  <a:pt x="35981" y="133225"/>
                </a:lnTo>
                <a:lnTo>
                  <a:pt x="41816" y="144894"/>
                </a:lnTo>
                <a:lnTo>
                  <a:pt x="47650" y="154619"/>
                </a:lnTo>
                <a:lnTo>
                  <a:pt x="58347" y="176013"/>
                </a:lnTo>
                <a:lnTo>
                  <a:pt x="56402" y="174068"/>
                </a:lnTo>
                <a:lnTo>
                  <a:pt x="57375" y="176012"/>
                </a:lnTo>
                <a:lnTo>
                  <a:pt x="57375" y="176985"/>
                </a:lnTo>
                <a:lnTo>
                  <a:pt x="57374" y="177957"/>
                </a:lnTo>
                <a:lnTo>
                  <a:pt x="58347" y="178930"/>
                </a:lnTo>
                <a:lnTo>
                  <a:pt x="58347" y="177957"/>
                </a:lnTo>
                <a:lnTo>
                  <a:pt x="59319" y="179902"/>
                </a:lnTo>
                <a:lnTo>
                  <a:pt x="63209" y="183792"/>
                </a:lnTo>
                <a:lnTo>
                  <a:pt x="66127" y="188654"/>
                </a:lnTo>
                <a:lnTo>
                  <a:pt x="70017" y="194489"/>
                </a:lnTo>
                <a:lnTo>
                  <a:pt x="76824" y="203241"/>
                </a:lnTo>
                <a:lnTo>
                  <a:pt x="76823" y="204213"/>
                </a:lnTo>
                <a:lnTo>
                  <a:pt x="79741" y="208103"/>
                </a:lnTo>
                <a:lnTo>
                  <a:pt x="83631" y="212966"/>
                </a:lnTo>
                <a:lnTo>
                  <a:pt x="90438" y="223662"/>
                </a:lnTo>
                <a:lnTo>
                  <a:pt x="90438" y="225607"/>
                </a:lnTo>
                <a:lnTo>
                  <a:pt x="92383" y="228525"/>
                </a:lnTo>
                <a:lnTo>
                  <a:pt x="97245" y="232415"/>
                </a:lnTo>
                <a:lnTo>
                  <a:pt x="102107" y="238249"/>
                </a:lnTo>
                <a:lnTo>
                  <a:pt x="113776" y="251863"/>
                </a:lnTo>
                <a:lnTo>
                  <a:pt x="133226" y="272285"/>
                </a:lnTo>
                <a:lnTo>
                  <a:pt x="142950" y="282982"/>
                </a:lnTo>
                <a:lnTo>
                  <a:pt x="153647" y="292707"/>
                </a:lnTo>
                <a:lnTo>
                  <a:pt x="153647" y="294651"/>
                </a:lnTo>
                <a:lnTo>
                  <a:pt x="165316" y="303403"/>
                </a:lnTo>
                <a:lnTo>
                  <a:pt x="176013" y="314100"/>
                </a:lnTo>
                <a:lnTo>
                  <a:pt x="187683" y="323824"/>
                </a:lnTo>
                <a:lnTo>
                  <a:pt x="197407" y="332577"/>
                </a:lnTo>
                <a:lnTo>
                  <a:pt x="195462" y="332576"/>
                </a:lnTo>
                <a:lnTo>
                  <a:pt x="201297" y="337439"/>
                </a:lnTo>
                <a:lnTo>
                  <a:pt x="203242" y="338411"/>
                </a:lnTo>
                <a:lnTo>
                  <a:pt x="204214" y="338411"/>
                </a:lnTo>
                <a:lnTo>
                  <a:pt x="204214" y="337439"/>
                </a:lnTo>
                <a:lnTo>
                  <a:pt x="211021" y="343273"/>
                </a:lnTo>
                <a:lnTo>
                  <a:pt x="213939" y="346191"/>
                </a:lnTo>
                <a:lnTo>
                  <a:pt x="215883" y="348136"/>
                </a:lnTo>
                <a:lnTo>
                  <a:pt x="220746" y="352026"/>
                </a:lnTo>
                <a:lnTo>
                  <a:pt x="225608" y="353970"/>
                </a:lnTo>
                <a:lnTo>
                  <a:pt x="234360" y="361750"/>
                </a:lnTo>
                <a:lnTo>
                  <a:pt x="241797" y="366956"/>
                </a:lnTo>
                <a:lnTo>
                  <a:pt x="241167" y="367584"/>
                </a:lnTo>
                <a:lnTo>
                  <a:pt x="243112" y="368557"/>
                </a:lnTo>
                <a:lnTo>
                  <a:pt x="248947" y="373420"/>
                </a:lnTo>
                <a:lnTo>
                  <a:pt x="250892" y="374392"/>
                </a:lnTo>
                <a:lnTo>
                  <a:pt x="251864" y="374392"/>
                </a:lnTo>
                <a:lnTo>
                  <a:pt x="251864" y="373419"/>
                </a:lnTo>
                <a:lnTo>
                  <a:pt x="257699" y="378282"/>
                </a:lnTo>
                <a:lnTo>
                  <a:pt x="265479" y="383144"/>
                </a:lnTo>
                <a:lnTo>
                  <a:pt x="273258" y="388006"/>
                </a:lnTo>
                <a:lnTo>
                  <a:pt x="279093" y="392869"/>
                </a:lnTo>
                <a:lnTo>
                  <a:pt x="280065" y="392868"/>
                </a:lnTo>
                <a:lnTo>
                  <a:pt x="282010" y="393841"/>
                </a:lnTo>
                <a:lnTo>
                  <a:pt x="293679" y="401621"/>
                </a:lnTo>
                <a:lnTo>
                  <a:pt x="299514" y="404538"/>
                </a:lnTo>
                <a:lnTo>
                  <a:pt x="304376" y="407455"/>
                </a:lnTo>
                <a:lnTo>
                  <a:pt x="304377" y="408428"/>
                </a:lnTo>
                <a:lnTo>
                  <a:pt x="303404" y="408427"/>
                </a:lnTo>
                <a:lnTo>
                  <a:pt x="305349" y="409400"/>
                </a:lnTo>
                <a:lnTo>
                  <a:pt x="306321" y="409400"/>
                </a:lnTo>
                <a:lnTo>
                  <a:pt x="308266" y="409400"/>
                </a:lnTo>
                <a:lnTo>
                  <a:pt x="317991" y="415235"/>
                </a:lnTo>
                <a:lnTo>
                  <a:pt x="326743" y="421069"/>
                </a:lnTo>
                <a:lnTo>
                  <a:pt x="335495" y="427876"/>
                </a:lnTo>
                <a:lnTo>
                  <a:pt x="345219" y="432738"/>
                </a:lnTo>
                <a:lnTo>
                  <a:pt x="408428" y="464829"/>
                </a:lnTo>
                <a:lnTo>
                  <a:pt x="408429" y="465802"/>
                </a:lnTo>
                <a:lnTo>
                  <a:pt x="414263" y="467747"/>
                </a:lnTo>
                <a:lnTo>
                  <a:pt x="420098" y="470664"/>
                </a:lnTo>
                <a:lnTo>
                  <a:pt x="424960" y="473582"/>
                </a:lnTo>
                <a:lnTo>
                  <a:pt x="430795" y="475527"/>
                </a:lnTo>
                <a:lnTo>
                  <a:pt x="433712" y="477472"/>
                </a:lnTo>
                <a:lnTo>
                  <a:pt x="435657" y="477471"/>
                </a:lnTo>
                <a:lnTo>
                  <a:pt x="435657" y="478444"/>
                </a:lnTo>
                <a:lnTo>
                  <a:pt x="440519" y="480389"/>
                </a:lnTo>
                <a:lnTo>
                  <a:pt x="446354" y="483306"/>
                </a:lnTo>
                <a:lnTo>
                  <a:pt x="452189" y="486223"/>
                </a:lnTo>
                <a:lnTo>
                  <a:pt x="458993" y="489139"/>
                </a:lnTo>
                <a:lnTo>
                  <a:pt x="462885" y="491085"/>
                </a:lnTo>
                <a:lnTo>
                  <a:pt x="468720" y="493031"/>
                </a:lnTo>
                <a:lnTo>
                  <a:pt x="481362" y="498865"/>
                </a:lnTo>
                <a:lnTo>
                  <a:pt x="477472" y="497893"/>
                </a:lnTo>
                <a:lnTo>
                  <a:pt x="480389" y="499838"/>
                </a:lnTo>
                <a:lnTo>
                  <a:pt x="483307" y="499837"/>
                </a:lnTo>
                <a:lnTo>
                  <a:pt x="486225" y="500810"/>
                </a:lnTo>
                <a:lnTo>
                  <a:pt x="487197" y="502755"/>
                </a:lnTo>
                <a:lnTo>
                  <a:pt x="489142" y="502755"/>
                </a:lnTo>
                <a:lnTo>
                  <a:pt x="488169" y="501782"/>
                </a:lnTo>
                <a:lnTo>
                  <a:pt x="502756" y="508590"/>
                </a:lnTo>
                <a:lnTo>
                  <a:pt x="517343" y="513452"/>
                </a:lnTo>
                <a:lnTo>
                  <a:pt x="548461" y="524149"/>
                </a:lnTo>
                <a:lnTo>
                  <a:pt x="554296" y="527066"/>
                </a:lnTo>
                <a:lnTo>
                  <a:pt x="555268" y="528039"/>
                </a:lnTo>
                <a:lnTo>
                  <a:pt x="555268" y="529011"/>
                </a:lnTo>
                <a:lnTo>
                  <a:pt x="560130" y="529984"/>
                </a:lnTo>
                <a:lnTo>
                  <a:pt x="561103" y="529984"/>
                </a:lnTo>
                <a:lnTo>
                  <a:pt x="564020" y="530956"/>
                </a:lnTo>
                <a:lnTo>
                  <a:pt x="565965" y="532901"/>
                </a:lnTo>
                <a:lnTo>
                  <a:pt x="567910" y="533873"/>
                </a:lnTo>
                <a:lnTo>
                  <a:pt x="570827" y="534846"/>
                </a:lnTo>
                <a:lnTo>
                  <a:pt x="570827" y="533873"/>
                </a:lnTo>
                <a:lnTo>
                  <a:pt x="571800" y="533873"/>
                </a:lnTo>
                <a:lnTo>
                  <a:pt x="573745" y="533873"/>
                </a:lnTo>
                <a:lnTo>
                  <a:pt x="582497" y="538735"/>
                </a:lnTo>
                <a:lnTo>
                  <a:pt x="586386" y="539708"/>
                </a:lnTo>
                <a:lnTo>
                  <a:pt x="591248" y="541653"/>
                </a:lnTo>
                <a:lnTo>
                  <a:pt x="590276" y="541653"/>
                </a:lnTo>
                <a:lnTo>
                  <a:pt x="597084" y="542625"/>
                </a:lnTo>
                <a:lnTo>
                  <a:pt x="603891" y="544570"/>
                </a:lnTo>
                <a:lnTo>
                  <a:pt x="609725" y="546515"/>
                </a:lnTo>
                <a:lnTo>
                  <a:pt x="615560" y="546515"/>
                </a:lnTo>
                <a:lnTo>
                  <a:pt x="650568" y="556239"/>
                </a:lnTo>
                <a:lnTo>
                  <a:pt x="684604" y="565964"/>
                </a:lnTo>
                <a:lnTo>
                  <a:pt x="752675" y="581523"/>
                </a:lnTo>
                <a:lnTo>
                  <a:pt x="786711" y="589303"/>
                </a:lnTo>
                <a:lnTo>
                  <a:pt x="819774" y="596110"/>
                </a:lnTo>
                <a:lnTo>
                  <a:pt x="888818" y="608752"/>
                </a:lnTo>
                <a:lnTo>
                  <a:pt x="899515" y="611669"/>
                </a:lnTo>
                <a:lnTo>
                  <a:pt x="912157" y="613614"/>
                </a:lnTo>
                <a:lnTo>
                  <a:pt x="911184" y="613614"/>
                </a:lnTo>
                <a:lnTo>
                  <a:pt x="913129" y="613614"/>
                </a:lnTo>
                <a:lnTo>
                  <a:pt x="916046" y="613614"/>
                </a:lnTo>
                <a:lnTo>
                  <a:pt x="918964" y="613614"/>
                </a:lnTo>
                <a:lnTo>
                  <a:pt x="921881" y="613614"/>
                </a:lnTo>
                <a:lnTo>
                  <a:pt x="946193" y="617504"/>
                </a:lnTo>
                <a:lnTo>
                  <a:pt x="972448" y="620421"/>
                </a:lnTo>
                <a:lnTo>
                  <a:pt x="969531" y="620421"/>
                </a:lnTo>
                <a:lnTo>
                  <a:pt x="969531" y="621394"/>
                </a:lnTo>
                <a:lnTo>
                  <a:pt x="971476" y="621394"/>
                </a:lnTo>
                <a:lnTo>
                  <a:pt x="975366" y="620421"/>
                </a:lnTo>
                <a:lnTo>
                  <a:pt x="975366" y="621393"/>
                </a:lnTo>
                <a:lnTo>
                  <a:pt x="978283" y="621394"/>
                </a:lnTo>
                <a:lnTo>
                  <a:pt x="979165" y="620512"/>
                </a:lnTo>
                <a:lnTo>
                  <a:pt x="1044409" y="627228"/>
                </a:lnTo>
                <a:lnTo>
                  <a:pt x="1077472" y="631118"/>
                </a:lnTo>
                <a:lnTo>
                  <a:pt x="1110536" y="633063"/>
                </a:lnTo>
                <a:lnTo>
                  <a:pt x="1119288" y="634036"/>
                </a:lnTo>
                <a:lnTo>
                  <a:pt x="1129013" y="634035"/>
                </a:lnTo>
                <a:lnTo>
                  <a:pt x="1147489" y="635008"/>
                </a:lnTo>
                <a:lnTo>
                  <a:pt x="1171801" y="636953"/>
                </a:lnTo>
                <a:lnTo>
                  <a:pt x="1196111" y="638897"/>
                </a:lnTo>
                <a:lnTo>
                  <a:pt x="1220423" y="638898"/>
                </a:lnTo>
                <a:lnTo>
                  <a:pt x="1243275" y="638898"/>
                </a:lnTo>
                <a:lnTo>
                  <a:pt x="1243761" y="639870"/>
                </a:lnTo>
                <a:lnTo>
                  <a:pt x="1241817" y="640842"/>
                </a:lnTo>
                <a:lnTo>
                  <a:pt x="1235982" y="642788"/>
                </a:lnTo>
                <a:lnTo>
                  <a:pt x="1227230" y="643760"/>
                </a:lnTo>
                <a:lnTo>
                  <a:pt x="1212643" y="644732"/>
                </a:lnTo>
                <a:lnTo>
                  <a:pt x="1197084" y="644732"/>
                </a:lnTo>
                <a:lnTo>
                  <a:pt x="1180552" y="644732"/>
                </a:lnTo>
                <a:lnTo>
                  <a:pt x="1164993" y="644732"/>
                </a:lnTo>
                <a:lnTo>
                  <a:pt x="1164021" y="644732"/>
                </a:lnTo>
                <a:lnTo>
                  <a:pt x="1164021" y="643760"/>
                </a:lnTo>
                <a:lnTo>
                  <a:pt x="1163048" y="642788"/>
                </a:lnTo>
                <a:lnTo>
                  <a:pt x="1161103" y="642788"/>
                </a:lnTo>
                <a:lnTo>
                  <a:pt x="1144571" y="643760"/>
                </a:lnTo>
                <a:lnTo>
                  <a:pt x="1126095" y="642788"/>
                </a:lnTo>
                <a:lnTo>
                  <a:pt x="1106646" y="640843"/>
                </a:lnTo>
                <a:lnTo>
                  <a:pt x="1088170" y="637926"/>
                </a:lnTo>
                <a:lnTo>
                  <a:pt x="1089142" y="637925"/>
                </a:lnTo>
                <a:lnTo>
                  <a:pt x="1082335" y="637926"/>
                </a:lnTo>
                <a:lnTo>
                  <a:pt x="1075528" y="637925"/>
                </a:lnTo>
                <a:lnTo>
                  <a:pt x="1075528" y="636953"/>
                </a:lnTo>
                <a:lnTo>
                  <a:pt x="1073583" y="636953"/>
                </a:lnTo>
                <a:lnTo>
                  <a:pt x="1069693" y="636953"/>
                </a:lnTo>
                <a:lnTo>
                  <a:pt x="1064831" y="637926"/>
                </a:lnTo>
                <a:lnTo>
                  <a:pt x="1062886" y="636953"/>
                </a:lnTo>
                <a:lnTo>
                  <a:pt x="1060942" y="635981"/>
                </a:lnTo>
                <a:lnTo>
                  <a:pt x="1058024" y="636953"/>
                </a:lnTo>
                <a:lnTo>
                  <a:pt x="1051217" y="636953"/>
                </a:lnTo>
                <a:lnTo>
                  <a:pt x="1044409" y="636953"/>
                </a:lnTo>
                <a:lnTo>
                  <a:pt x="1036630" y="635980"/>
                </a:lnTo>
                <a:lnTo>
                  <a:pt x="1028850" y="635008"/>
                </a:lnTo>
                <a:lnTo>
                  <a:pt x="1029823" y="635008"/>
                </a:lnTo>
                <a:lnTo>
                  <a:pt x="1017181" y="634036"/>
                </a:lnTo>
                <a:lnTo>
                  <a:pt x="1002594" y="633063"/>
                </a:lnTo>
                <a:lnTo>
                  <a:pt x="974393" y="631118"/>
                </a:lnTo>
                <a:lnTo>
                  <a:pt x="975366" y="630146"/>
                </a:lnTo>
                <a:lnTo>
                  <a:pt x="975365" y="629173"/>
                </a:lnTo>
                <a:lnTo>
                  <a:pt x="973421" y="630146"/>
                </a:lnTo>
                <a:lnTo>
                  <a:pt x="970504" y="630146"/>
                </a:lnTo>
                <a:lnTo>
                  <a:pt x="963696" y="630145"/>
                </a:lnTo>
                <a:lnTo>
                  <a:pt x="960779" y="629173"/>
                </a:lnTo>
                <a:lnTo>
                  <a:pt x="957862" y="629173"/>
                </a:lnTo>
                <a:lnTo>
                  <a:pt x="953972" y="629173"/>
                </a:lnTo>
                <a:lnTo>
                  <a:pt x="949111" y="628201"/>
                </a:lnTo>
                <a:lnTo>
                  <a:pt x="950082" y="628201"/>
                </a:lnTo>
                <a:lnTo>
                  <a:pt x="949110" y="628201"/>
                </a:lnTo>
                <a:lnTo>
                  <a:pt x="949111" y="628201"/>
                </a:lnTo>
                <a:lnTo>
                  <a:pt x="947165" y="628201"/>
                </a:lnTo>
                <a:lnTo>
                  <a:pt x="944247" y="628201"/>
                </a:lnTo>
                <a:lnTo>
                  <a:pt x="942303" y="627228"/>
                </a:lnTo>
                <a:lnTo>
                  <a:pt x="940358" y="628201"/>
                </a:lnTo>
                <a:lnTo>
                  <a:pt x="937441" y="626256"/>
                </a:lnTo>
                <a:lnTo>
                  <a:pt x="935496" y="627228"/>
                </a:lnTo>
                <a:lnTo>
                  <a:pt x="933550" y="626256"/>
                </a:lnTo>
                <a:lnTo>
                  <a:pt x="930633" y="625283"/>
                </a:lnTo>
                <a:lnTo>
                  <a:pt x="927716" y="625283"/>
                </a:lnTo>
                <a:lnTo>
                  <a:pt x="923826" y="625283"/>
                </a:lnTo>
                <a:lnTo>
                  <a:pt x="919936" y="624311"/>
                </a:lnTo>
                <a:lnTo>
                  <a:pt x="911184" y="622366"/>
                </a:lnTo>
                <a:lnTo>
                  <a:pt x="909239" y="622366"/>
                </a:lnTo>
                <a:lnTo>
                  <a:pt x="908267" y="623339"/>
                </a:lnTo>
                <a:lnTo>
                  <a:pt x="908267" y="622366"/>
                </a:lnTo>
                <a:lnTo>
                  <a:pt x="910212" y="622366"/>
                </a:lnTo>
                <a:lnTo>
                  <a:pt x="912157" y="622366"/>
                </a:lnTo>
                <a:lnTo>
                  <a:pt x="911184" y="621394"/>
                </a:lnTo>
                <a:lnTo>
                  <a:pt x="893680" y="619449"/>
                </a:lnTo>
                <a:lnTo>
                  <a:pt x="875204" y="617504"/>
                </a:lnTo>
                <a:lnTo>
                  <a:pt x="840196" y="610697"/>
                </a:lnTo>
                <a:lnTo>
                  <a:pt x="836306" y="609725"/>
                </a:lnTo>
                <a:lnTo>
                  <a:pt x="835333" y="608752"/>
                </a:lnTo>
                <a:lnTo>
                  <a:pt x="829499" y="607779"/>
                </a:lnTo>
                <a:lnTo>
                  <a:pt x="823664" y="607779"/>
                </a:lnTo>
                <a:lnTo>
                  <a:pt x="821719" y="605834"/>
                </a:lnTo>
                <a:lnTo>
                  <a:pt x="818802" y="605834"/>
                </a:lnTo>
                <a:lnTo>
                  <a:pt x="816856" y="605835"/>
                </a:lnTo>
                <a:lnTo>
                  <a:pt x="814912" y="605834"/>
                </a:lnTo>
                <a:lnTo>
                  <a:pt x="811994" y="605835"/>
                </a:lnTo>
                <a:lnTo>
                  <a:pt x="813939" y="604862"/>
                </a:lnTo>
                <a:lnTo>
                  <a:pt x="813939" y="603889"/>
                </a:lnTo>
                <a:lnTo>
                  <a:pt x="807132" y="603890"/>
                </a:lnTo>
                <a:lnTo>
                  <a:pt x="799352" y="602917"/>
                </a:lnTo>
                <a:lnTo>
                  <a:pt x="801298" y="602917"/>
                </a:lnTo>
                <a:lnTo>
                  <a:pt x="801297" y="601945"/>
                </a:lnTo>
                <a:lnTo>
                  <a:pt x="797407" y="601944"/>
                </a:lnTo>
                <a:lnTo>
                  <a:pt x="794490" y="600972"/>
                </a:lnTo>
                <a:lnTo>
                  <a:pt x="787683" y="600000"/>
                </a:lnTo>
                <a:lnTo>
                  <a:pt x="789628" y="599027"/>
                </a:lnTo>
                <a:lnTo>
                  <a:pt x="785738" y="598055"/>
                </a:lnTo>
                <a:lnTo>
                  <a:pt x="784765" y="599027"/>
                </a:lnTo>
                <a:lnTo>
                  <a:pt x="783793" y="599027"/>
                </a:lnTo>
                <a:lnTo>
                  <a:pt x="781848" y="599027"/>
                </a:lnTo>
                <a:lnTo>
                  <a:pt x="781849" y="598055"/>
                </a:lnTo>
                <a:lnTo>
                  <a:pt x="776986" y="598055"/>
                </a:lnTo>
                <a:lnTo>
                  <a:pt x="771152" y="597082"/>
                </a:lnTo>
                <a:lnTo>
                  <a:pt x="760455" y="595137"/>
                </a:lnTo>
                <a:lnTo>
                  <a:pt x="750730" y="592220"/>
                </a:lnTo>
                <a:lnTo>
                  <a:pt x="741006" y="590275"/>
                </a:lnTo>
                <a:lnTo>
                  <a:pt x="740034" y="589303"/>
                </a:lnTo>
                <a:lnTo>
                  <a:pt x="739061" y="589303"/>
                </a:lnTo>
                <a:lnTo>
                  <a:pt x="738088" y="588330"/>
                </a:lnTo>
                <a:lnTo>
                  <a:pt x="735171" y="587358"/>
                </a:lnTo>
                <a:lnTo>
                  <a:pt x="734199" y="587358"/>
                </a:lnTo>
                <a:lnTo>
                  <a:pt x="733226" y="587358"/>
                </a:lnTo>
                <a:lnTo>
                  <a:pt x="729336" y="587358"/>
                </a:lnTo>
                <a:lnTo>
                  <a:pt x="726419" y="587358"/>
                </a:lnTo>
                <a:lnTo>
                  <a:pt x="727392" y="588331"/>
                </a:lnTo>
                <a:lnTo>
                  <a:pt x="716694" y="585413"/>
                </a:lnTo>
                <a:lnTo>
                  <a:pt x="707942" y="583468"/>
                </a:lnTo>
                <a:lnTo>
                  <a:pt x="708915" y="582496"/>
                </a:lnTo>
                <a:lnTo>
                  <a:pt x="708915" y="581523"/>
                </a:lnTo>
                <a:lnTo>
                  <a:pt x="710860" y="581523"/>
                </a:lnTo>
                <a:lnTo>
                  <a:pt x="707942" y="579578"/>
                </a:lnTo>
                <a:lnTo>
                  <a:pt x="709888" y="579578"/>
                </a:lnTo>
                <a:lnTo>
                  <a:pt x="704052" y="578606"/>
                </a:lnTo>
                <a:lnTo>
                  <a:pt x="699190" y="577634"/>
                </a:lnTo>
                <a:lnTo>
                  <a:pt x="691411" y="577633"/>
                </a:lnTo>
                <a:lnTo>
                  <a:pt x="687521" y="576661"/>
                </a:lnTo>
                <a:lnTo>
                  <a:pt x="682659" y="575689"/>
                </a:lnTo>
                <a:lnTo>
                  <a:pt x="683631" y="575688"/>
                </a:lnTo>
                <a:lnTo>
                  <a:pt x="683631" y="574716"/>
                </a:lnTo>
                <a:lnTo>
                  <a:pt x="682659" y="574716"/>
                </a:lnTo>
                <a:lnTo>
                  <a:pt x="683632" y="573744"/>
                </a:lnTo>
                <a:lnTo>
                  <a:pt x="672934" y="574716"/>
                </a:lnTo>
                <a:lnTo>
                  <a:pt x="670990" y="573744"/>
                </a:lnTo>
                <a:lnTo>
                  <a:pt x="670990" y="572771"/>
                </a:lnTo>
                <a:lnTo>
                  <a:pt x="669045" y="572771"/>
                </a:lnTo>
                <a:lnTo>
                  <a:pt x="668072" y="572771"/>
                </a:lnTo>
                <a:lnTo>
                  <a:pt x="666127" y="572771"/>
                </a:lnTo>
                <a:lnTo>
                  <a:pt x="660292" y="571799"/>
                </a:lnTo>
                <a:lnTo>
                  <a:pt x="657375" y="569854"/>
                </a:lnTo>
                <a:lnTo>
                  <a:pt x="655430" y="568882"/>
                </a:lnTo>
                <a:lnTo>
                  <a:pt x="657375" y="568881"/>
                </a:lnTo>
                <a:lnTo>
                  <a:pt x="657375" y="567909"/>
                </a:lnTo>
                <a:lnTo>
                  <a:pt x="647651" y="565964"/>
                </a:lnTo>
                <a:lnTo>
                  <a:pt x="642788" y="564992"/>
                </a:lnTo>
                <a:lnTo>
                  <a:pt x="641816" y="564992"/>
                </a:lnTo>
                <a:lnTo>
                  <a:pt x="641816" y="565964"/>
                </a:lnTo>
                <a:lnTo>
                  <a:pt x="638899" y="565964"/>
                </a:lnTo>
                <a:lnTo>
                  <a:pt x="633064" y="564020"/>
                </a:lnTo>
                <a:lnTo>
                  <a:pt x="634036" y="564019"/>
                </a:lnTo>
                <a:lnTo>
                  <a:pt x="635009" y="563047"/>
                </a:lnTo>
                <a:lnTo>
                  <a:pt x="625284" y="562075"/>
                </a:lnTo>
                <a:lnTo>
                  <a:pt x="615560" y="560129"/>
                </a:lnTo>
                <a:lnTo>
                  <a:pt x="617505" y="560130"/>
                </a:lnTo>
                <a:lnTo>
                  <a:pt x="619450" y="560129"/>
                </a:lnTo>
                <a:lnTo>
                  <a:pt x="613615" y="558185"/>
                </a:lnTo>
                <a:lnTo>
                  <a:pt x="606808" y="556240"/>
                </a:lnTo>
                <a:lnTo>
                  <a:pt x="600973" y="554295"/>
                </a:lnTo>
                <a:lnTo>
                  <a:pt x="595138" y="552350"/>
                </a:lnTo>
                <a:lnTo>
                  <a:pt x="596111" y="553322"/>
                </a:lnTo>
                <a:lnTo>
                  <a:pt x="595139" y="553323"/>
                </a:lnTo>
                <a:lnTo>
                  <a:pt x="592221" y="551377"/>
                </a:lnTo>
                <a:lnTo>
                  <a:pt x="589304" y="550405"/>
                </a:lnTo>
                <a:lnTo>
                  <a:pt x="587359" y="549432"/>
                </a:lnTo>
                <a:lnTo>
                  <a:pt x="583469" y="548460"/>
                </a:lnTo>
                <a:lnTo>
                  <a:pt x="582497" y="548460"/>
                </a:lnTo>
                <a:lnTo>
                  <a:pt x="585414" y="549432"/>
                </a:lnTo>
                <a:lnTo>
                  <a:pt x="572772" y="545542"/>
                </a:lnTo>
                <a:lnTo>
                  <a:pt x="564993" y="543597"/>
                </a:lnTo>
                <a:lnTo>
                  <a:pt x="557213" y="540680"/>
                </a:lnTo>
                <a:lnTo>
                  <a:pt x="554295" y="540680"/>
                </a:lnTo>
                <a:lnTo>
                  <a:pt x="549433" y="539708"/>
                </a:lnTo>
                <a:lnTo>
                  <a:pt x="550406" y="538735"/>
                </a:lnTo>
                <a:lnTo>
                  <a:pt x="548461" y="537763"/>
                </a:lnTo>
                <a:lnTo>
                  <a:pt x="550406" y="537763"/>
                </a:lnTo>
                <a:lnTo>
                  <a:pt x="554296" y="538735"/>
                </a:lnTo>
                <a:lnTo>
                  <a:pt x="553323" y="537763"/>
                </a:lnTo>
                <a:lnTo>
                  <a:pt x="550406" y="537763"/>
                </a:lnTo>
                <a:lnTo>
                  <a:pt x="544572" y="535818"/>
                </a:lnTo>
                <a:lnTo>
                  <a:pt x="541654" y="534845"/>
                </a:lnTo>
                <a:lnTo>
                  <a:pt x="538736" y="533873"/>
                </a:lnTo>
                <a:lnTo>
                  <a:pt x="536792" y="532901"/>
                </a:lnTo>
                <a:lnTo>
                  <a:pt x="537764" y="532901"/>
                </a:lnTo>
                <a:lnTo>
                  <a:pt x="538737" y="531928"/>
                </a:lnTo>
                <a:lnTo>
                  <a:pt x="536792" y="531928"/>
                </a:lnTo>
                <a:lnTo>
                  <a:pt x="532902" y="530956"/>
                </a:lnTo>
                <a:lnTo>
                  <a:pt x="529985" y="529983"/>
                </a:lnTo>
                <a:lnTo>
                  <a:pt x="527067" y="529011"/>
                </a:lnTo>
                <a:lnTo>
                  <a:pt x="526095" y="529011"/>
                </a:lnTo>
                <a:lnTo>
                  <a:pt x="525122" y="529011"/>
                </a:lnTo>
                <a:lnTo>
                  <a:pt x="524150" y="529011"/>
                </a:lnTo>
                <a:lnTo>
                  <a:pt x="523178" y="528039"/>
                </a:lnTo>
                <a:lnTo>
                  <a:pt x="520260" y="527066"/>
                </a:lnTo>
                <a:lnTo>
                  <a:pt x="517342" y="526094"/>
                </a:lnTo>
                <a:lnTo>
                  <a:pt x="517343" y="525122"/>
                </a:lnTo>
                <a:lnTo>
                  <a:pt x="518315" y="524149"/>
                </a:lnTo>
                <a:lnTo>
                  <a:pt x="514425" y="524149"/>
                </a:lnTo>
                <a:lnTo>
                  <a:pt x="511508" y="524149"/>
                </a:lnTo>
                <a:lnTo>
                  <a:pt x="511508" y="523176"/>
                </a:lnTo>
                <a:lnTo>
                  <a:pt x="509563" y="523177"/>
                </a:lnTo>
                <a:lnTo>
                  <a:pt x="507619" y="522204"/>
                </a:lnTo>
                <a:lnTo>
                  <a:pt x="504701" y="521232"/>
                </a:lnTo>
                <a:lnTo>
                  <a:pt x="501783" y="521232"/>
                </a:lnTo>
                <a:lnTo>
                  <a:pt x="494004" y="517342"/>
                </a:lnTo>
                <a:lnTo>
                  <a:pt x="490114" y="515396"/>
                </a:lnTo>
                <a:lnTo>
                  <a:pt x="487197" y="513452"/>
                </a:lnTo>
                <a:lnTo>
                  <a:pt x="481362" y="512480"/>
                </a:lnTo>
                <a:lnTo>
                  <a:pt x="475527" y="509562"/>
                </a:lnTo>
                <a:lnTo>
                  <a:pt x="477472" y="509562"/>
                </a:lnTo>
                <a:lnTo>
                  <a:pt x="474555" y="508590"/>
                </a:lnTo>
                <a:lnTo>
                  <a:pt x="471638" y="507617"/>
                </a:lnTo>
                <a:lnTo>
                  <a:pt x="468720" y="505672"/>
                </a:lnTo>
                <a:lnTo>
                  <a:pt x="463858" y="502755"/>
                </a:lnTo>
                <a:lnTo>
                  <a:pt x="461913" y="501783"/>
                </a:lnTo>
                <a:lnTo>
                  <a:pt x="460941" y="502755"/>
                </a:lnTo>
                <a:lnTo>
                  <a:pt x="459968" y="503727"/>
                </a:lnTo>
                <a:lnTo>
                  <a:pt x="457051" y="501783"/>
                </a:lnTo>
                <a:lnTo>
                  <a:pt x="453161" y="499838"/>
                </a:lnTo>
                <a:lnTo>
                  <a:pt x="448299" y="498865"/>
                </a:lnTo>
                <a:lnTo>
                  <a:pt x="445381" y="495948"/>
                </a:lnTo>
                <a:lnTo>
                  <a:pt x="448299" y="496920"/>
                </a:lnTo>
                <a:lnTo>
                  <a:pt x="449271" y="496921"/>
                </a:lnTo>
                <a:lnTo>
                  <a:pt x="448299" y="495948"/>
                </a:lnTo>
                <a:lnTo>
                  <a:pt x="445381" y="494003"/>
                </a:lnTo>
                <a:lnTo>
                  <a:pt x="442464" y="493031"/>
                </a:lnTo>
                <a:lnTo>
                  <a:pt x="439547" y="492058"/>
                </a:lnTo>
                <a:lnTo>
                  <a:pt x="435657" y="491086"/>
                </a:lnTo>
                <a:lnTo>
                  <a:pt x="436630" y="493030"/>
                </a:lnTo>
                <a:lnTo>
                  <a:pt x="433712" y="491086"/>
                </a:lnTo>
                <a:lnTo>
                  <a:pt x="431767" y="490113"/>
                </a:lnTo>
                <a:lnTo>
                  <a:pt x="428850" y="490113"/>
                </a:lnTo>
                <a:lnTo>
                  <a:pt x="428850" y="489141"/>
                </a:lnTo>
                <a:lnTo>
                  <a:pt x="424960" y="487196"/>
                </a:lnTo>
                <a:lnTo>
                  <a:pt x="423015" y="486223"/>
                </a:lnTo>
                <a:lnTo>
                  <a:pt x="422043" y="487196"/>
                </a:lnTo>
                <a:lnTo>
                  <a:pt x="415236" y="483306"/>
                </a:lnTo>
                <a:lnTo>
                  <a:pt x="407456" y="479416"/>
                </a:lnTo>
                <a:lnTo>
                  <a:pt x="400649" y="475527"/>
                </a:lnTo>
                <a:lnTo>
                  <a:pt x="397732" y="473582"/>
                </a:lnTo>
                <a:lnTo>
                  <a:pt x="395787" y="471637"/>
                </a:lnTo>
                <a:lnTo>
                  <a:pt x="392869" y="470664"/>
                </a:lnTo>
                <a:lnTo>
                  <a:pt x="391897" y="470664"/>
                </a:lnTo>
                <a:lnTo>
                  <a:pt x="392869" y="471637"/>
                </a:lnTo>
                <a:lnTo>
                  <a:pt x="393842" y="471636"/>
                </a:lnTo>
                <a:lnTo>
                  <a:pt x="395787" y="472609"/>
                </a:lnTo>
                <a:lnTo>
                  <a:pt x="393842" y="472609"/>
                </a:lnTo>
                <a:lnTo>
                  <a:pt x="390925" y="470664"/>
                </a:lnTo>
                <a:lnTo>
                  <a:pt x="390924" y="469691"/>
                </a:lnTo>
                <a:lnTo>
                  <a:pt x="391897" y="469692"/>
                </a:lnTo>
                <a:lnTo>
                  <a:pt x="388007" y="467747"/>
                </a:lnTo>
                <a:lnTo>
                  <a:pt x="385090" y="466774"/>
                </a:lnTo>
                <a:lnTo>
                  <a:pt x="381200" y="466774"/>
                </a:lnTo>
                <a:lnTo>
                  <a:pt x="377310" y="463857"/>
                </a:lnTo>
                <a:lnTo>
                  <a:pt x="374393" y="461913"/>
                </a:lnTo>
                <a:lnTo>
                  <a:pt x="369531" y="460940"/>
                </a:lnTo>
                <a:lnTo>
                  <a:pt x="367586" y="458995"/>
                </a:lnTo>
                <a:lnTo>
                  <a:pt x="366613" y="458994"/>
                </a:lnTo>
                <a:lnTo>
                  <a:pt x="367586" y="457050"/>
                </a:lnTo>
                <a:lnTo>
                  <a:pt x="363696" y="455105"/>
                </a:lnTo>
                <a:lnTo>
                  <a:pt x="360779" y="454133"/>
                </a:lnTo>
                <a:lnTo>
                  <a:pt x="357861" y="451215"/>
                </a:lnTo>
                <a:lnTo>
                  <a:pt x="357861" y="452187"/>
                </a:lnTo>
                <a:lnTo>
                  <a:pt x="356889" y="451216"/>
                </a:lnTo>
                <a:lnTo>
                  <a:pt x="353971" y="450243"/>
                </a:lnTo>
                <a:lnTo>
                  <a:pt x="354944" y="450243"/>
                </a:lnTo>
                <a:lnTo>
                  <a:pt x="352999" y="449270"/>
                </a:lnTo>
                <a:lnTo>
                  <a:pt x="350081" y="447325"/>
                </a:lnTo>
                <a:lnTo>
                  <a:pt x="352026" y="449270"/>
                </a:lnTo>
                <a:lnTo>
                  <a:pt x="354944" y="451215"/>
                </a:lnTo>
                <a:lnTo>
                  <a:pt x="349109" y="449271"/>
                </a:lnTo>
                <a:lnTo>
                  <a:pt x="347164" y="447325"/>
                </a:lnTo>
                <a:lnTo>
                  <a:pt x="343274" y="445381"/>
                </a:lnTo>
                <a:lnTo>
                  <a:pt x="340357" y="444408"/>
                </a:lnTo>
                <a:lnTo>
                  <a:pt x="339385" y="442463"/>
                </a:lnTo>
                <a:lnTo>
                  <a:pt x="336468" y="440518"/>
                </a:lnTo>
                <a:lnTo>
                  <a:pt x="334522" y="440518"/>
                </a:lnTo>
                <a:lnTo>
                  <a:pt x="330633" y="437601"/>
                </a:lnTo>
                <a:lnTo>
                  <a:pt x="329660" y="437601"/>
                </a:lnTo>
                <a:lnTo>
                  <a:pt x="327715" y="436628"/>
                </a:lnTo>
                <a:lnTo>
                  <a:pt x="324798" y="435656"/>
                </a:lnTo>
                <a:lnTo>
                  <a:pt x="322853" y="434683"/>
                </a:lnTo>
                <a:lnTo>
                  <a:pt x="320908" y="434683"/>
                </a:lnTo>
                <a:lnTo>
                  <a:pt x="314101" y="429822"/>
                </a:lnTo>
                <a:lnTo>
                  <a:pt x="315073" y="429821"/>
                </a:lnTo>
                <a:lnTo>
                  <a:pt x="311184" y="426904"/>
                </a:lnTo>
                <a:lnTo>
                  <a:pt x="306322" y="424959"/>
                </a:lnTo>
                <a:lnTo>
                  <a:pt x="307294" y="424959"/>
                </a:lnTo>
                <a:lnTo>
                  <a:pt x="303404" y="423014"/>
                </a:lnTo>
                <a:lnTo>
                  <a:pt x="300487" y="421069"/>
                </a:lnTo>
                <a:lnTo>
                  <a:pt x="298542" y="420097"/>
                </a:lnTo>
                <a:lnTo>
                  <a:pt x="298542" y="418152"/>
                </a:lnTo>
                <a:lnTo>
                  <a:pt x="298542" y="417180"/>
                </a:lnTo>
                <a:lnTo>
                  <a:pt x="296597" y="416207"/>
                </a:lnTo>
                <a:lnTo>
                  <a:pt x="293679" y="415235"/>
                </a:lnTo>
                <a:lnTo>
                  <a:pt x="291735" y="414262"/>
                </a:lnTo>
                <a:lnTo>
                  <a:pt x="290762" y="415235"/>
                </a:lnTo>
                <a:lnTo>
                  <a:pt x="290762" y="416207"/>
                </a:lnTo>
                <a:lnTo>
                  <a:pt x="281038" y="409400"/>
                </a:lnTo>
                <a:lnTo>
                  <a:pt x="276175" y="406483"/>
                </a:lnTo>
                <a:lnTo>
                  <a:pt x="271313" y="402592"/>
                </a:lnTo>
                <a:lnTo>
                  <a:pt x="270341" y="402593"/>
                </a:lnTo>
                <a:lnTo>
                  <a:pt x="269368" y="401620"/>
                </a:lnTo>
                <a:lnTo>
                  <a:pt x="254782" y="392868"/>
                </a:lnTo>
                <a:lnTo>
                  <a:pt x="247975" y="388006"/>
                </a:lnTo>
                <a:lnTo>
                  <a:pt x="244085" y="384117"/>
                </a:lnTo>
                <a:lnTo>
                  <a:pt x="244085" y="383144"/>
                </a:lnTo>
                <a:lnTo>
                  <a:pt x="244085" y="382172"/>
                </a:lnTo>
                <a:lnTo>
                  <a:pt x="242140" y="381199"/>
                </a:lnTo>
                <a:lnTo>
                  <a:pt x="241167" y="380227"/>
                </a:lnTo>
                <a:lnTo>
                  <a:pt x="240195" y="380226"/>
                </a:lnTo>
                <a:lnTo>
                  <a:pt x="240195" y="381199"/>
                </a:lnTo>
                <a:lnTo>
                  <a:pt x="241167" y="383144"/>
                </a:lnTo>
                <a:lnTo>
                  <a:pt x="232415" y="376337"/>
                </a:lnTo>
                <a:lnTo>
                  <a:pt x="225608" y="370502"/>
                </a:lnTo>
                <a:lnTo>
                  <a:pt x="225608" y="371474"/>
                </a:lnTo>
                <a:lnTo>
                  <a:pt x="223663" y="370502"/>
                </a:lnTo>
                <a:lnTo>
                  <a:pt x="223663" y="369530"/>
                </a:lnTo>
                <a:lnTo>
                  <a:pt x="222691" y="368557"/>
                </a:lnTo>
                <a:lnTo>
                  <a:pt x="217829" y="364668"/>
                </a:lnTo>
                <a:lnTo>
                  <a:pt x="216856" y="365640"/>
                </a:lnTo>
                <a:lnTo>
                  <a:pt x="215883" y="363695"/>
                </a:lnTo>
                <a:lnTo>
                  <a:pt x="213939" y="362722"/>
                </a:lnTo>
                <a:lnTo>
                  <a:pt x="212966" y="362723"/>
                </a:lnTo>
                <a:lnTo>
                  <a:pt x="211021" y="360777"/>
                </a:lnTo>
                <a:lnTo>
                  <a:pt x="211022" y="359805"/>
                </a:lnTo>
                <a:lnTo>
                  <a:pt x="205187" y="356888"/>
                </a:lnTo>
                <a:lnTo>
                  <a:pt x="199352" y="352025"/>
                </a:lnTo>
                <a:lnTo>
                  <a:pt x="198380" y="349108"/>
                </a:lnTo>
                <a:lnTo>
                  <a:pt x="195462" y="348136"/>
                </a:lnTo>
                <a:lnTo>
                  <a:pt x="195462" y="349108"/>
                </a:lnTo>
                <a:lnTo>
                  <a:pt x="189628" y="342301"/>
                </a:lnTo>
                <a:lnTo>
                  <a:pt x="186710" y="338411"/>
                </a:lnTo>
                <a:lnTo>
                  <a:pt x="177958" y="333549"/>
                </a:lnTo>
                <a:lnTo>
                  <a:pt x="169206" y="326742"/>
                </a:lnTo>
                <a:lnTo>
                  <a:pt x="151702" y="311183"/>
                </a:lnTo>
                <a:lnTo>
                  <a:pt x="152674" y="311182"/>
                </a:lnTo>
                <a:lnTo>
                  <a:pt x="150730" y="309238"/>
                </a:lnTo>
                <a:lnTo>
                  <a:pt x="149757" y="309238"/>
                </a:lnTo>
                <a:lnTo>
                  <a:pt x="148785" y="308265"/>
                </a:lnTo>
                <a:lnTo>
                  <a:pt x="148785" y="307293"/>
                </a:lnTo>
                <a:lnTo>
                  <a:pt x="148785" y="306320"/>
                </a:lnTo>
                <a:lnTo>
                  <a:pt x="150730" y="306320"/>
                </a:lnTo>
                <a:lnTo>
                  <a:pt x="147812" y="304375"/>
                </a:lnTo>
                <a:lnTo>
                  <a:pt x="145867" y="302431"/>
                </a:lnTo>
                <a:lnTo>
                  <a:pt x="141978" y="300486"/>
                </a:lnTo>
                <a:lnTo>
                  <a:pt x="141978" y="301458"/>
                </a:lnTo>
                <a:lnTo>
                  <a:pt x="140033" y="299513"/>
                </a:lnTo>
                <a:lnTo>
                  <a:pt x="138088" y="297569"/>
                </a:lnTo>
                <a:lnTo>
                  <a:pt x="136143" y="296596"/>
                </a:lnTo>
                <a:lnTo>
                  <a:pt x="136143" y="295623"/>
                </a:lnTo>
                <a:lnTo>
                  <a:pt x="137115" y="295624"/>
                </a:lnTo>
                <a:lnTo>
                  <a:pt x="138088" y="295624"/>
                </a:lnTo>
                <a:lnTo>
                  <a:pt x="135171" y="293679"/>
                </a:lnTo>
                <a:lnTo>
                  <a:pt x="135170" y="292706"/>
                </a:lnTo>
                <a:lnTo>
                  <a:pt x="136143" y="292706"/>
                </a:lnTo>
                <a:lnTo>
                  <a:pt x="139060" y="293679"/>
                </a:lnTo>
                <a:lnTo>
                  <a:pt x="141977" y="294651"/>
                </a:lnTo>
                <a:lnTo>
                  <a:pt x="141978" y="293679"/>
                </a:lnTo>
                <a:lnTo>
                  <a:pt x="140033" y="291734"/>
                </a:lnTo>
                <a:lnTo>
                  <a:pt x="140033" y="290761"/>
                </a:lnTo>
                <a:lnTo>
                  <a:pt x="141005" y="290761"/>
                </a:lnTo>
                <a:lnTo>
                  <a:pt x="141978" y="291734"/>
                </a:lnTo>
                <a:lnTo>
                  <a:pt x="143922" y="292707"/>
                </a:lnTo>
                <a:lnTo>
                  <a:pt x="141978" y="290761"/>
                </a:lnTo>
                <a:lnTo>
                  <a:pt x="138088" y="288817"/>
                </a:lnTo>
                <a:lnTo>
                  <a:pt x="137115" y="288816"/>
                </a:lnTo>
                <a:lnTo>
                  <a:pt x="137116" y="290761"/>
                </a:lnTo>
                <a:lnTo>
                  <a:pt x="134198" y="287844"/>
                </a:lnTo>
                <a:lnTo>
                  <a:pt x="132253" y="287844"/>
                </a:lnTo>
                <a:lnTo>
                  <a:pt x="131281" y="287358"/>
                </a:lnTo>
                <a:lnTo>
                  <a:pt x="130308" y="286872"/>
                </a:lnTo>
                <a:lnTo>
                  <a:pt x="127391" y="284927"/>
                </a:lnTo>
                <a:lnTo>
                  <a:pt x="127391" y="283954"/>
                </a:lnTo>
                <a:lnTo>
                  <a:pt x="128363" y="284926"/>
                </a:lnTo>
                <a:lnTo>
                  <a:pt x="129336" y="285899"/>
                </a:lnTo>
                <a:lnTo>
                  <a:pt x="131281" y="286871"/>
                </a:lnTo>
                <a:lnTo>
                  <a:pt x="130308" y="284927"/>
                </a:lnTo>
                <a:lnTo>
                  <a:pt x="128363" y="282981"/>
                </a:lnTo>
                <a:lnTo>
                  <a:pt x="124473" y="280065"/>
                </a:lnTo>
                <a:lnTo>
                  <a:pt x="125446" y="281037"/>
                </a:lnTo>
                <a:lnTo>
                  <a:pt x="124474" y="282009"/>
                </a:lnTo>
                <a:lnTo>
                  <a:pt x="121556" y="280064"/>
                </a:lnTo>
                <a:lnTo>
                  <a:pt x="121556" y="279092"/>
                </a:lnTo>
                <a:lnTo>
                  <a:pt x="122529" y="279092"/>
                </a:lnTo>
                <a:lnTo>
                  <a:pt x="120584" y="277147"/>
                </a:lnTo>
                <a:lnTo>
                  <a:pt x="117666" y="276175"/>
                </a:lnTo>
                <a:lnTo>
                  <a:pt x="118639" y="277147"/>
                </a:lnTo>
                <a:lnTo>
                  <a:pt x="116694" y="276174"/>
                </a:lnTo>
                <a:lnTo>
                  <a:pt x="114749" y="275202"/>
                </a:lnTo>
                <a:lnTo>
                  <a:pt x="113777" y="273257"/>
                </a:lnTo>
                <a:lnTo>
                  <a:pt x="111832" y="271312"/>
                </a:lnTo>
                <a:lnTo>
                  <a:pt x="112804" y="270340"/>
                </a:lnTo>
                <a:lnTo>
                  <a:pt x="114749" y="271312"/>
                </a:lnTo>
                <a:lnTo>
                  <a:pt x="115721" y="271312"/>
                </a:lnTo>
                <a:lnTo>
                  <a:pt x="114749" y="268395"/>
                </a:lnTo>
                <a:lnTo>
                  <a:pt x="113777" y="268395"/>
                </a:lnTo>
                <a:lnTo>
                  <a:pt x="110859" y="267423"/>
                </a:lnTo>
                <a:lnTo>
                  <a:pt x="109887" y="266450"/>
                </a:lnTo>
                <a:lnTo>
                  <a:pt x="108914" y="266451"/>
                </a:lnTo>
                <a:lnTo>
                  <a:pt x="108914" y="267423"/>
                </a:lnTo>
                <a:lnTo>
                  <a:pt x="108915" y="265478"/>
                </a:lnTo>
                <a:lnTo>
                  <a:pt x="109887" y="265478"/>
                </a:lnTo>
                <a:lnTo>
                  <a:pt x="107942" y="263533"/>
                </a:lnTo>
                <a:lnTo>
                  <a:pt x="105997" y="261588"/>
                </a:lnTo>
                <a:lnTo>
                  <a:pt x="104052" y="260616"/>
                </a:lnTo>
                <a:lnTo>
                  <a:pt x="104052" y="258671"/>
                </a:lnTo>
                <a:lnTo>
                  <a:pt x="102107" y="258670"/>
                </a:lnTo>
                <a:lnTo>
                  <a:pt x="101135" y="254781"/>
                </a:lnTo>
                <a:lnTo>
                  <a:pt x="96273" y="250891"/>
                </a:lnTo>
                <a:lnTo>
                  <a:pt x="95300" y="248946"/>
                </a:lnTo>
                <a:lnTo>
                  <a:pt x="94328" y="247974"/>
                </a:lnTo>
                <a:lnTo>
                  <a:pt x="95300" y="247001"/>
                </a:lnTo>
                <a:lnTo>
                  <a:pt x="92383" y="244084"/>
                </a:lnTo>
                <a:lnTo>
                  <a:pt x="91410" y="243111"/>
                </a:lnTo>
                <a:lnTo>
                  <a:pt x="90438" y="244084"/>
                </a:lnTo>
                <a:lnTo>
                  <a:pt x="92383" y="246029"/>
                </a:lnTo>
                <a:lnTo>
                  <a:pt x="93355" y="247974"/>
                </a:lnTo>
                <a:lnTo>
                  <a:pt x="92383" y="247001"/>
                </a:lnTo>
                <a:lnTo>
                  <a:pt x="88493" y="244084"/>
                </a:lnTo>
                <a:lnTo>
                  <a:pt x="89465" y="243111"/>
                </a:lnTo>
                <a:lnTo>
                  <a:pt x="87520" y="241167"/>
                </a:lnTo>
                <a:lnTo>
                  <a:pt x="85576" y="239221"/>
                </a:lnTo>
                <a:lnTo>
                  <a:pt x="85576" y="238249"/>
                </a:lnTo>
                <a:lnTo>
                  <a:pt x="83631" y="237277"/>
                </a:lnTo>
                <a:lnTo>
                  <a:pt x="82658" y="235332"/>
                </a:lnTo>
                <a:lnTo>
                  <a:pt x="82658" y="234360"/>
                </a:lnTo>
                <a:lnTo>
                  <a:pt x="82658" y="233387"/>
                </a:lnTo>
                <a:lnTo>
                  <a:pt x="80713" y="231442"/>
                </a:lnTo>
                <a:lnTo>
                  <a:pt x="84603" y="234359"/>
                </a:lnTo>
                <a:lnTo>
                  <a:pt x="82658" y="232415"/>
                </a:lnTo>
                <a:lnTo>
                  <a:pt x="81686" y="229497"/>
                </a:lnTo>
                <a:lnTo>
                  <a:pt x="76824" y="227552"/>
                </a:lnTo>
                <a:lnTo>
                  <a:pt x="75851" y="226580"/>
                </a:lnTo>
                <a:lnTo>
                  <a:pt x="74879" y="225607"/>
                </a:lnTo>
                <a:lnTo>
                  <a:pt x="74879" y="224635"/>
                </a:lnTo>
                <a:lnTo>
                  <a:pt x="73906" y="223663"/>
                </a:lnTo>
                <a:lnTo>
                  <a:pt x="76824" y="226580"/>
                </a:lnTo>
                <a:lnTo>
                  <a:pt x="76823" y="224635"/>
                </a:lnTo>
                <a:lnTo>
                  <a:pt x="73906" y="219773"/>
                </a:lnTo>
                <a:lnTo>
                  <a:pt x="70989" y="217828"/>
                </a:lnTo>
                <a:lnTo>
                  <a:pt x="70017" y="217827"/>
                </a:lnTo>
                <a:lnTo>
                  <a:pt x="69044" y="216855"/>
                </a:lnTo>
                <a:lnTo>
                  <a:pt x="69044" y="215882"/>
                </a:lnTo>
                <a:lnTo>
                  <a:pt x="70016" y="215883"/>
                </a:lnTo>
                <a:lnTo>
                  <a:pt x="69044" y="213938"/>
                </a:lnTo>
                <a:lnTo>
                  <a:pt x="68072" y="213938"/>
                </a:lnTo>
                <a:lnTo>
                  <a:pt x="68071" y="214911"/>
                </a:lnTo>
                <a:lnTo>
                  <a:pt x="67099" y="213938"/>
                </a:lnTo>
                <a:lnTo>
                  <a:pt x="63209" y="203241"/>
                </a:lnTo>
                <a:lnTo>
                  <a:pt x="67099" y="206158"/>
                </a:lnTo>
                <a:lnTo>
                  <a:pt x="65154" y="204214"/>
                </a:lnTo>
                <a:lnTo>
                  <a:pt x="67099" y="204213"/>
                </a:lnTo>
                <a:lnTo>
                  <a:pt x="67099" y="203241"/>
                </a:lnTo>
                <a:lnTo>
                  <a:pt x="67099" y="202269"/>
                </a:lnTo>
                <a:lnTo>
                  <a:pt x="68072" y="202269"/>
                </a:lnTo>
                <a:lnTo>
                  <a:pt x="66127" y="200324"/>
                </a:lnTo>
                <a:lnTo>
                  <a:pt x="64182" y="197406"/>
                </a:lnTo>
                <a:lnTo>
                  <a:pt x="64182" y="199351"/>
                </a:lnTo>
                <a:lnTo>
                  <a:pt x="63209" y="199351"/>
                </a:lnTo>
                <a:lnTo>
                  <a:pt x="61264" y="198379"/>
                </a:lnTo>
                <a:lnTo>
                  <a:pt x="58347" y="196434"/>
                </a:lnTo>
                <a:lnTo>
                  <a:pt x="57374" y="195461"/>
                </a:lnTo>
                <a:lnTo>
                  <a:pt x="56402" y="196434"/>
                </a:lnTo>
                <a:lnTo>
                  <a:pt x="54457" y="192544"/>
                </a:lnTo>
                <a:lnTo>
                  <a:pt x="54457" y="189627"/>
                </a:lnTo>
                <a:lnTo>
                  <a:pt x="54457" y="187682"/>
                </a:lnTo>
                <a:lnTo>
                  <a:pt x="51540" y="183792"/>
                </a:lnTo>
                <a:lnTo>
                  <a:pt x="51540" y="181847"/>
                </a:lnTo>
                <a:lnTo>
                  <a:pt x="51540" y="180875"/>
                </a:lnTo>
                <a:lnTo>
                  <a:pt x="50567" y="177958"/>
                </a:lnTo>
                <a:lnTo>
                  <a:pt x="48623" y="174067"/>
                </a:lnTo>
                <a:lnTo>
                  <a:pt x="46678" y="173095"/>
                </a:lnTo>
                <a:lnTo>
                  <a:pt x="46678" y="174068"/>
                </a:lnTo>
                <a:lnTo>
                  <a:pt x="46678" y="175040"/>
                </a:lnTo>
                <a:lnTo>
                  <a:pt x="47650" y="176013"/>
                </a:lnTo>
                <a:lnTo>
                  <a:pt x="46678" y="176012"/>
                </a:lnTo>
                <a:lnTo>
                  <a:pt x="43760" y="170178"/>
                </a:lnTo>
                <a:lnTo>
                  <a:pt x="42788" y="169206"/>
                </a:lnTo>
                <a:lnTo>
                  <a:pt x="41815" y="167261"/>
                </a:lnTo>
                <a:lnTo>
                  <a:pt x="42788" y="171150"/>
                </a:lnTo>
                <a:lnTo>
                  <a:pt x="41815" y="173095"/>
                </a:lnTo>
                <a:lnTo>
                  <a:pt x="39870" y="169205"/>
                </a:lnTo>
                <a:lnTo>
                  <a:pt x="40843" y="169205"/>
                </a:lnTo>
                <a:lnTo>
                  <a:pt x="38898" y="166288"/>
                </a:lnTo>
                <a:lnTo>
                  <a:pt x="37926" y="165315"/>
                </a:lnTo>
                <a:lnTo>
                  <a:pt x="36953" y="164343"/>
                </a:lnTo>
                <a:lnTo>
                  <a:pt x="35008" y="161426"/>
                </a:lnTo>
                <a:lnTo>
                  <a:pt x="35008" y="158508"/>
                </a:lnTo>
                <a:lnTo>
                  <a:pt x="36953" y="160453"/>
                </a:lnTo>
                <a:lnTo>
                  <a:pt x="37926" y="163371"/>
                </a:lnTo>
                <a:lnTo>
                  <a:pt x="39871" y="165316"/>
                </a:lnTo>
                <a:lnTo>
                  <a:pt x="40843" y="165316"/>
                </a:lnTo>
                <a:lnTo>
                  <a:pt x="37926" y="160453"/>
                </a:lnTo>
                <a:lnTo>
                  <a:pt x="36953" y="159157"/>
                </a:lnTo>
                <a:lnTo>
                  <a:pt x="36953" y="155591"/>
                </a:lnTo>
                <a:lnTo>
                  <a:pt x="35981" y="153647"/>
                </a:lnTo>
                <a:lnTo>
                  <a:pt x="35008" y="151701"/>
                </a:lnTo>
                <a:lnTo>
                  <a:pt x="36953" y="153646"/>
                </a:lnTo>
                <a:lnTo>
                  <a:pt x="35981" y="149756"/>
                </a:lnTo>
                <a:lnTo>
                  <a:pt x="35981" y="147811"/>
                </a:lnTo>
                <a:lnTo>
                  <a:pt x="36953" y="145867"/>
                </a:lnTo>
                <a:lnTo>
                  <a:pt x="35008" y="142949"/>
                </a:lnTo>
                <a:lnTo>
                  <a:pt x="34036" y="142949"/>
                </a:lnTo>
                <a:lnTo>
                  <a:pt x="34036" y="143921"/>
                </a:lnTo>
                <a:lnTo>
                  <a:pt x="33063" y="144894"/>
                </a:lnTo>
                <a:lnTo>
                  <a:pt x="29174" y="136142"/>
                </a:lnTo>
                <a:lnTo>
                  <a:pt x="25284" y="130307"/>
                </a:lnTo>
                <a:lnTo>
                  <a:pt x="25284" y="129335"/>
                </a:lnTo>
                <a:lnTo>
                  <a:pt x="26256" y="128362"/>
                </a:lnTo>
                <a:lnTo>
                  <a:pt x="28201" y="130307"/>
                </a:lnTo>
                <a:lnTo>
                  <a:pt x="23339" y="119611"/>
                </a:lnTo>
                <a:lnTo>
                  <a:pt x="19449" y="108913"/>
                </a:lnTo>
                <a:lnTo>
                  <a:pt x="19449" y="109886"/>
                </a:lnTo>
                <a:lnTo>
                  <a:pt x="18477" y="109886"/>
                </a:lnTo>
                <a:lnTo>
                  <a:pt x="17504" y="106969"/>
                </a:lnTo>
                <a:lnTo>
                  <a:pt x="16532" y="104052"/>
                </a:lnTo>
                <a:lnTo>
                  <a:pt x="16532" y="103079"/>
                </a:lnTo>
                <a:lnTo>
                  <a:pt x="17504" y="103079"/>
                </a:lnTo>
                <a:lnTo>
                  <a:pt x="16532" y="101134"/>
                </a:lnTo>
                <a:lnTo>
                  <a:pt x="17504" y="100161"/>
                </a:lnTo>
                <a:lnTo>
                  <a:pt x="17504" y="98217"/>
                </a:lnTo>
                <a:lnTo>
                  <a:pt x="13614" y="90438"/>
                </a:lnTo>
                <a:lnTo>
                  <a:pt x="10697" y="82658"/>
                </a:lnTo>
                <a:lnTo>
                  <a:pt x="9725" y="75850"/>
                </a:lnTo>
                <a:lnTo>
                  <a:pt x="7780" y="70016"/>
                </a:lnTo>
                <a:lnTo>
                  <a:pt x="4862" y="58346"/>
                </a:lnTo>
                <a:lnTo>
                  <a:pt x="4862" y="56402"/>
                </a:lnTo>
                <a:lnTo>
                  <a:pt x="5835" y="55429"/>
                </a:lnTo>
                <a:lnTo>
                  <a:pt x="6807" y="55429"/>
                </a:lnTo>
                <a:lnTo>
                  <a:pt x="6807" y="53484"/>
                </a:lnTo>
                <a:lnTo>
                  <a:pt x="5835" y="51539"/>
                </a:lnTo>
                <a:lnTo>
                  <a:pt x="5835" y="52511"/>
                </a:lnTo>
                <a:lnTo>
                  <a:pt x="4862" y="52512"/>
                </a:lnTo>
                <a:lnTo>
                  <a:pt x="4863" y="50566"/>
                </a:lnTo>
                <a:lnTo>
                  <a:pt x="4862" y="44732"/>
                </a:lnTo>
                <a:lnTo>
                  <a:pt x="3890" y="39870"/>
                </a:lnTo>
                <a:lnTo>
                  <a:pt x="2918" y="35980"/>
                </a:lnTo>
                <a:lnTo>
                  <a:pt x="3890" y="35980"/>
                </a:lnTo>
                <a:lnTo>
                  <a:pt x="4862" y="36952"/>
                </a:lnTo>
                <a:lnTo>
                  <a:pt x="4863" y="34035"/>
                </a:lnTo>
                <a:lnTo>
                  <a:pt x="3890" y="31118"/>
                </a:lnTo>
                <a:lnTo>
                  <a:pt x="2918" y="24311"/>
                </a:lnTo>
                <a:lnTo>
                  <a:pt x="1945" y="27228"/>
                </a:lnTo>
                <a:lnTo>
                  <a:pt x="973" y="22365"/>
                </a:lnTo>
                <a:lnTo>
                  <a:pt x="972" y="17504"/>
                </a:lnTo>
                <a:lnTo>
                  <a:pt x="0" y="8751"/>
                </a:lnTo>
                <a:lnTo>
                  <a:pt x="972" y="8751"/>
                </a:lnTo>
                <a:lnTo>
                  <a:pt x="973" y="4861"/>
                </a:lnTo>
                <a:lnTo>
                  <a:pt x="1884" y="3039"/>
                </a:lnTo>
                <a:close/>
                <a:moveTo>
                  <a:pt x="972" y="0"/>
                </a:moveTo>
                <a:lnTo>
                  <a:pt x="1945" y="2917"/>
                </a:lnTo>
                <a:lnTo>
                  <a:pt x="1884" y="3039"/>
                </a:lnTo>
                <a:lnTo>
                  <a:pt x="972" y="0"/>
                </a:lnTo>
                <a:close/>
              </a:path>
            </a:pathLst>
          </a:custGeom>
          <a:solidFill>
            <a:schemeClr val="accent1"/>
          </a:solidFill>
          <a:ln>
            <a:noFill/>
          </a:ln>
        </p:spPr>
        <p:txBody>
          <a:bodyPr/>
          <a:p>
            <a:endParaRPr lang="ar-SA"/>
          </a:p>
        </p:txBody>
      </p:sp>
      <p:sp>
        <p:nvSpPr>
          <p:cNvPr id="1048769" name="Freeform 33"/>
          <p:cNvSpPr/>
          <p:nvPr/>
        </p:nvSpPr>
        <p:spPr bwMode="auto">
          <a:xfrm rot="9377604">
            <a:off x="3925888" y="3316288"/>
            <a:ext cx="1289050" cy="722312"/>
          </a:xfrm>
          <a:custGeom>
            <a:avLst/>
            <a:gdLst>
              <a:gd name="T0" fmla="*/ 14586 w 1288494"/>
              <a:gd name="T1" fmla="*/ 108914 h 722529"/>
              <a:gd name="T2" fmla="*/ 32090 w 1288494"/>
              <a:gd name="T3" fmla="*/ 149757 h 722529"/>
              <a:gd name="T4" fmla="*/ 36953 w 1288494"/>
              <a:gd name="T5" fmla="*/ 159481 h 722529"/>
              <a:gd name="T6" fmla="*/ 49595 w 1288494"/>
              <a:gd name="T7" fmla="*/ 184765 h 722529"/>
              <a:gd name="T8" fmla="*/ 1137764 w 1288494"/>
              <a:gd name="T9" fmla="*/ 708915 h 722529"/>
              <a:gd name="T10" fmla="*/ 1226257 w 1288494"/>
              <a:gd name="T11" fmla="*/ 630147 h 722529"/>
              <a:gd name="T12" fmla="*/ 1058996 w 1288494"/>
              <a:gd name="T13" fmla="*/ 577635 h 722529"/>
              <a:gd name="T14" fmla="*/ 1287522 w 1288494"/>
              <a:gd name="T15" fmla="*/ 637927 h 722529"/>
              <a:gd name="T16" fmla="*/ 909238 w 1288494"/>
              <a:gd name="T17" fmla="*/ 622367 h 722529"/>
              <a:gd name="T18" fmla="*/ 244084 w 1288494"/>
              <a:gd name="T19" fmla="*/ 368557 h 722529"/>
              <a:gd name="T20" fmla="*/ 334521 w 1288494"/>
              <a:gd name="T21" fmla="*/ 440519 h 722529"/>
              <a:gd name="T22" fmla="*/ 439546 w 1288494"/>
              <a:gd name="T23" fmla="*/ 492059 h 722529"/>
              <a:gd name="T24" fmla="*/ 392869 w 1288494"/>
              <a:gd name="T25" fmla="*/ 470665 h 722529"/>
              <a:gd name="T26" fmla="*/ 367585 w 1288494"/>
              <a:gd name="T27" fmla="*/ 458995 h 722529"/>
              <a:gd name="T28" fmla="*/ 347164 w 1288494"/>
              <a:gd name="T29" fmla="*/ 447326 h 722529"/>
              <a:gd name="T30" fmla="*/ 306320 w 1288494"/>
              <a:gd name="T31" fmla="*/ 424960 h 722529"/>
              <a:gd name="T32" fmla="*/ 270340 w 1288494"/>
              <a:gd name="T33" fmla="*/ 402593 h 722529"/>
              <a:gd name="T34" fmla="*/ 225607 w 1288494"/>
              <a:gd name="T35" fmla="*/ 371475 h 722529"/>
              <a:gd name="T36" fmla="*/ 195461 w 1288494"/>
              <a:gd name="T37" fmla="*/ 349109 h 722529"/>
              <a:gd name="T38" fmla="*/ 141977 w 1288494"/>
              <a:gd name="T39" fmla="*/ 300486 h 722529"/>
              <a:gd name="T40" fmla="*/ 140032 w 1288494"/>
              <a:gd name="T41" fmla="*/ 290762 h 722529"/>
              <a:gd name="T42" fmla="*/ 129335 w 1288494"/>
              <a:gd name="T43" fmla="*/ 285899 h 722529"/>
              <a:gd name="T44" fmla="*/ 113776 w 1288494"/>
              <a:gd name="T45" fmla="*/ 273258 h 722529"/>
              <a:gd name="T46" fmla="*/ 104051 w 1288494"/>
              <a:gd name="T47" fmla="*/ 260616 h 722529"/>
              <a:gd name="T48" fmla="*/ 89465 w 1288494"/>
              <a:gd name="T49" fmla="*/ 243112 h 722529"/>
              <a:gd name="T50" fmla="*/ 74878 w 1288494"/>
              <a:gd name="T51" fmla="*/ 224635 h 722529"/>
              <a:gd name="T52" fmla="*/ 67098 w 1288494"/>
              <a:gd name="T53" fmla="*/ 206159 h 722529"/>
              <a:gd name="T54" fmla="*/ 54457 w 1288494"/>
              <a:gd name="T55" fmla="*/ 189627 h 722529"/>
              <a:gd name="T56" fmla="*/ 42787 w 1288494"/>
              <a:gd name="T57" fmla="*/ 171151 h 722529"/>
              <a:gd name="T58" fmla="*/ 36953 w 1288494"/>
              <a:gd name="T59" fmla="*/ 155592 h 722529"/>
              <a:gd name="T60" fmla="*/ 28200 w 1288494"/>
              <a:gd name="T61" fmla="*/ 130308 h 722529"/>
              <a:gd name="T62" fmla="*/ 7779 w 1288494"/>
              <a:gd name="T63" fmla="*/ 70016 h 722529"/>
              <a:gd name="T64" fmla="*/ 4862 w 1288494"/>
              <a:gd name="T65" fmla="*/ 34035 h 722529"/>
              <a:gd name="T66" fmla="*/ 1944 w 1288494"/>
              <a:gd name="T67" fmla="*/ 13614 h 722529"/>
              <a:gd name="T68" fmla="*/ 5834 w 1288494"/>
              <a:gd name="T69" fmla="*/ 40843 h 722529"/>
              <a:gd name="T70" fmla="*/ 32091 w 1288494"/>
              <a:gd name="T71" fmla="*/ 123501 h 722529"/>
              <a:gd name="T72" fmla="*/ 70015 w 1288494"/>
              <a:gd name="T73" fmla="*/ 194489 h 722529"/>
              <a:gd name="T74" fmla="*/ 165316 w 1288494"/>
              <a:gd name="T75" fmla="*/ 303404 h 722529"/>
              <a:gd name="T76" fmla="*/ 241795 w 1288494"/>
              <a:gd name="T77" fmla="*/ 366956 h 722529"/>
              <a:gd name="T78" fmla="*/ 304375 w 1288494"/>
              <a:gd name="T79" fmla="*/ 407455 h 722529"/>
              <a:gd name="T80" fmla="*/ 430794 w 1288494"/>
              <a:gd name="T81" fmla="*/ 475527 h 722529"/>
              <a:gd name="T82" fmla="*/ 487196 w 1288494"/>
              <a:gd name="T83" fmla="*/ 502755 h 722529"/>
              <a:gd name="T84" fmla="*/ 570826 w 1288494"/>
              <a:gd name="T85" fmla="*/ 533874 h 722529"/>
              <a:gd name="T86" fmla="*/ 819773 w 1288494"/>
              <a:gd name="T87" fmla="*/ 596111 h 722529"/>
              <a:gd name="T88" fmla="*/ 971475 w 1288494"/>
              <a:gd name="T89" fmla="*/ 621395 h 722529"/>
              <a:gd name="T90" fmla="*/ 1243761 w 1288494"/>
              <a:gd name="T91" fmla="*/ 639871 h 722529"/>
              <a:gd name="T92" fmla="*/ 1088169 w 1288494"/>
              <a:gd name="T93" fmla="*/ 637926 h 722529"/>
              <a:gd name="T94" fmla="*/ 1028849 w 1288494"/>
              <a:gd name="T95" fmla="*/ 635009 h 722529"/>
              <a:gd name="T96" fmla="*/ 947164 w 1288494"/>
              <a:gd name="T97" fmla="*/ 628202 h 722529"/>
              <a:gd name="T98" fmla="*/ 911183 w 1288494"/>
              <a:gd name="T99" fmla="*/ 621395 h 722529"/>
              <a:gd name="T100" fmla="*/ 807131 w 1288494"/>
              <a:gd name="T101" fmla="*/ 603891 h 722529"/>
              <a:gd name="T102" fmla="*/ 771151 w 1288494"/>
              <a:gd name="T103" fmla="*/ 597084 h 722529"/>
              <a:gd name="T104" fmla="*/ 708914 w 1288494"/>
              <a:gd name="T105" fmla="*/ 582497 h 722529"/>
              <a:gd name="T106" fmla="*/ 670989 w 1288494"/>
              <a:gd name="T107" fmla="*/ 573745 h 722529"/>
              <a:gd name="T108" fmla="*/ 633063 w 1288494"/>
              <a:gd name="T109" fmla="*/ 564021 h 722529"/>
              <a:gd name="T110" fmla="*/ 587358 w 1288494"/>
              <a:gd name="T111" fmla="*/ 549433 h 722529"/>
              <a:gd name="T112" fmla="*/ 554295 w 1288494"/>
              <a:gd name="T113" fmla="*/ 538736 h 722529"/>
              <a:gd name="T114" fmla="*/ 526094 w 1288494"/>
              <a:gd name="T115" fmla="*/ 529011 h 722529"/>
              <a:gd name="T116" fmla="*/ 494003 w 1288494"/>
              <a:gd name="T117" fmla="*/ 517342 h 722529"/>
              <a:gd name="T118" fmla="*/ 448298 w 1288494"/>
              <a:gd name="T119" fmla="*/ 498866 h 722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8494" h="722529">
                <a:moveTo>
                  <a:pt x="1884" y="3038"/>
                </a:moveTo>
                <a:lnTo>
                  <a:pt x="972" y="0"/>
                </a:lnTo>
                <a:lnTo>
                  <a:pt x="1944" y="2917"/>
                </a:lnTo>
                <a:lnTo>
                  <a:pt x="1884" y="3038"/>
                </a:lnTo>
                <a:close/>
                <a:moveTo>
                  <a:pt x="4861" y="18476"/>
                </a:moveTo>
                <a:lnTo>
                  <a:pt x="4667" y="18087"/>
                </a:lnTo>
                <a:lnTo>
                  <a:pt x="3889" y="14587"/>
                </a:lnTo>
                <a:lnTo>
                  <a:pt x="4861" y="15559"/>
                </a:lnTo>
                <a:lnTo>
                  <a:pt x="4861" y="18476"/>
                </a:lnTo>
                <a:close/>
                <a:moveTo>
                  <a:pt x="5834" y="23339"/>
                </a:moveTo>
                <a:lnTo>
                  <a:pt x="5658" y="22543"/>
                </a:lnTo>
                <a:lnTo>
                  <a:pt x="5834" y="22366"/>
                </a:lnTo>
                <a:lnTo>
                  <a:pt x="5834" y="23339"/>
                </a:lnTo>
                <a:close/>
                <a:moveTo>
                  <a:pt x="15559" y="110859"/>
                </a:moveTo>
                <a:lnTo>
                  <a:pt x="14586" y="108914"/>
                </a:lnTo>
                <a:lnTo>
                  <a:pt x="15559" y="108914"/>
                </a:lnTo>
                <a:lnTo>
                  <a:pt x="15558" y="106969"/>
                </a:lnTo>
                <a:lnTo>
                  <a:pt x="14586" y="105024"/>
                </a:lnTo>
                <a:lnTo>
                  <a:pt x="14586" y="103079"/>
                </a:lnTo>
                <a:lnTo>
                  <a:pt x="13614" y="101134"/>
                </a:lnTo>
                <a:lnTo>
                  <a:pt x="15558" y="104052"/>
                </a:lnTo>
                <a:lnTo>
                  <a:pt x="16531" y="104052"/>
                </a:lnTo>
                <a:lnTo>
                  <a:pt x="15558" y="105024"/>
                </a:lnTo>
                <a:lnTo>
                  <a:pt x="16531" y="109887"/>
                </a:lnTo>
                <a:lnTo>
                  <a:pt x="16531" y="110859"/>
                </a:lnTo>
                <a:lnTo>
                  <a:pt x="15559" y="110859"/>
                </a:lnTo>
                <a:close/>
                <a:moveTo>
                  <a:pt x="35007" y="151701"/>
                </a:moveTo>
                <a:lnTo>
                  <a:pt x="34035" y="149757"/>
                </a:lnTo>
                <a:lnTo>
                  <a:pt x="33063" y="148784"/>
                </a:lnTo>
                <a:lnTo>
                  <a:pt x="32090" y="149757"/>
                </a:lnTo>
                <a:lnTo>
                  <a:pt x="25283" y="137115"/>
                </a:lnTo>
                <a:lnTo>
                  <a:pt x="26256" y="137115"/>
                </a:lnTo>
                <a:lnTo>
                  <a:pt x="25283" y="136142"/>
                </a:lnTo>
                <a:lnTo>
                  <a:pt x="25283" y="133225"/>
                </a:lnTo>
                <a:lnTo>
                  <a:pt x="28201" y="141005"/>
                </a:lnTo>
                <a:lnTo>
                  <a:pt x="30146" y="144895"/>
                </a:lnTo>
                <a:lnTo>
                  <a:pt x="33063" y="147812"/>
                </a:lnTo>
                <a:lnTo>
                  <a:pt x="33063" y="146839"/>
                </a:lnTo>
                <a:lnTo>
                  <a:pt x="34035" y="148785"/>
                </a:lnTo>
                <a:lnTo>
                  <a:pt x="35007" y="151701"/>
                </a:lnTo>
                <a:close/>
                <a:moveTo>
                  <a:pt x="35007" y="151702"/>
                </a:moveTo>
                <a:lnTo>
                  <a:pt x="35007" y="151702"/>
                </a:lnTo>
                <a:lnTo>
                  <a:pt x="35007" y="151701"/>
                </a:lnTo>
                <a:lnTo>
                  <a:pt x="35007" y="151702"/>
                </a:lnTo>
                <a:close/>
                <a:moveTo>
                  <a:pt x="36953" y="159481"/>
                </a:moveTo>
                <a:lnTo>
                  <a:pt x="35007" y="156564"/>
                </a:lnTo>
                <a:lnTo>
                  <a:pt x="36953" y="159158"/>
                </a:lnTo>
                <a:lnTo>
                  <a:pt x="36953" y="159481"/>
                </a:lnTo>
                <a:close/>
                <a:moveTo>
                  <a:pt x="49595" y="184765"/>
                </a:moveTo>
                <a:lnTo>
                  <a:pt x="48622" y="183793"/>
                </a:lnTo>
                <a:lnTo>
                  <a:pt x="46677" y="182820"/>
                </a:lnTo>
                <a:lnTo>
                  <a:pt x="45705" y="179903"/>
                </a:lnTo>
                <a:lnTo>
                  <a:pt x="46677" y="179903"/>
                </a:lnTo>
                <a:lnTo>
                  <a:pt x="46677" y="178930"/>
                </a:lnTo>
                <a:lnTo>
                  <a:pt x="47649" y="177958"/>
                </a:lnTo>
                <a:lnTo>
                  <a:pt x="49594" y="178930"/>
                </a:lnTo>
                <a:lnTo>
                  <a:pt x="49595" y="180875"/>
                </a:lnTo>
                <a:lnTo>
                  <a:pt x="51539" y="183792"/>
                </a:lnTo>
                <a:lnTo>
                  <a:pt x="50567" y="184765"/>
                </a:lnTo>
                <a:lnTo>
                  <a:pt x="49595" y="184765"/>
                </a:lnTo>
                <a:close/>
                <a:moveTo>
                  <a:pt x="70988" y="218801"/>
                </a:moveTo>
                <a:lnTo>
                  <a:pt x="70016" y="217828"/>
                </a:lnTo>
                <a:lnTo>
                  <a:pt x="70988" y="218801"/>
                </a:lnTo>
                <a:close/>
                <a:moveTo>
                  <a:pt x="978282" y="620422"/>
                </a:moveTo>
                <a:lnTo>
                  <a:pt x="979254" y="620422"/>
                </a:lnTo>
                <a:lnTo>
                  <a:pt x="979164" y="620513"/>
                </a:lnTo>
                <a:lnTo>
                  <a:pt x="978282" y="620422"/>
                </a:lnTo>
                <a:close/>
                <a:moveTo>
                  <a:pt x="94327" y="249919"/>
                </a:moveTo>
                <a:lnTo>
                  <a:pt x="93354" y="247974"/>
                </a:lnTo>
                <a:lnTo>
                  <a:pt x="94327" y="248946"/>
                </a:lnTo>
                <a:lnTo>
                  <a:pt x="94327" y="249919"/>
                </a:lnTo>
                <a:close/>
                <a:moveTo>
                  <a:pt x="1137764" y="721557"/>
                </a:moveTo>
                <a:lnTo>
                  <a:pt x="1129985" y="714750"/>
                </a:lnTo>
                <a:lnTo>
                  <a:pt x="1137764" y="708915"/>
                </a:lnTo>
                <a:lnTo>
                  <a:pt x="1146516" y="703081"/>
                </a:lnTo>
                <a:lnTo>
                  <a:pt x="1156241" y="696273"/>
                </a:lnTo>
                <a:lnTo>
                  <a:pt x="1168883" y="690439"/>
                </a:lnTo>
                <a:lnTo>
                  <a:pt x="1209725" y="669045"/>
                </a:lnTo>
                <a:lnTo>
                  <a:pt x="1220422" y="662238"/>
                </a:lnTo>
                <a:lnTo>
                  <a:pt x="1229175" y="655431"/>
                </a:lnTo>
                <a:lnTo>
                  <a:pt x="1237927" y="647651"/>
                </a:lnTo>
                <a:lnTo>
                  <a:pt x="1243761" y="639872"/>
                </a:lnTo>
                <a:lnTo>
                  <a:pt x="1243761" y="639871"/>
                </a:lnTo>
                <a:lnTo>
                  <a:pt x="1245706" y="638899"/>
                </a:lnTo>
                <a:lnTo>
                  <a:pt x="1243275" y="638899"/>
                </a:lnTo>
                <a:lnTo>
                  <a:pt x="1242789" y="637927"/>
                </a:lnTo>
                <a:lnTo>
                  <a:pt x="1240844" y="635982"/>
                </a:lnTo>
                <a:lnTo>
                  <a:pt x="1237926" y="634037"/>
                </a:lnTo>
                <a:lnTo>
                  <a:pt x="1226257" y="630147"/>
                </a:lnTo>
                <a:lnTo>
                  <a:pt x="1207781" y="625285"/>
                </a:lnTo>
                <a:lnTo>
                  <a:pt x="1182497" y="620423"/>
                </a:lnTo>
                <a:lnTo>
                  <a:pt x="1113453" y="607781"/>
                </a:lnTo>
                <a:lnTo>
                  <a:pt x="1074555" y="600001"/>
                </a:lnTo>
                <a:lnTo>
                  <a:pt x="1060941" y="596111"/>
                </a:lnTo>
                <a:lnTo>
                  <a:pt x="1048299" y="592222"/>
                </a:lnTo>
                <a:lnTo>
                  <a:pt x="1036630" y="587359"/>
                </a:lnTo>
                <a:lnTo>
                  <a:pt x="1027878" y="583470"/>
                </a:lnTo>
                <a:lnTo>
                  <a:pt x="1020098" y="579580"/>
                </a:lnTo>
                <a:lnTo>
                  <a:pt x="1014263" y="574718"/>
                </a:lnTo>
                <a:lnTo>
                  <a:pt x="1009401" y="569855"/>
                </a:lnTo>
                <a:lnTo>
                  <a:pt x="1006484" y="564993"/>
                </a:lnTo>
                <a:lnTo>
                  <a:pt x="1002594" y="554296"/>
                </a:lnTo>
                <a:lnTo>
                  <a:pt x="1030795" y="566938"/>
                </a:lnTo>
                <a:lnTo>
                  <a:pt x="1058996" y="577635"/>
                </a:lnTo>
                <a:lnTo>
                  <a:pt x="1087197" y="587360"/>
                </a:lnTo>
                <a:lnTo>
                  <a:pt x="1116370" y="596112"/>
                </a:lnTo>
                <a:lnTo>
                  <a:pt x="1145544" y="602918"/>
                </a:lnTo>
                <a:lnTo>
                  <a:pt x="1174717" y="609726"/>
                </a:lnTo>
                <a:lnTo>
                  <a:pt x="1204863" y="614588"/>
                </a:lnTo>
                <a:lnTo>
                  <a:pt x="1234037" y="618478"/>
                </a:lnTo>
                <a:lnTo>
                  <a:pt x="1248623" y="618478"/>
                </a:lnTo>
                <a:lnTo>
                  <a:pt x="1260293" y="619450"/>
                </a:lnTo>
                <a:lnTo>
                  <a:pt x="1270017" y="620422"/>
                </a:lnTo>
                <a:lnTo>
                  <a:pt x="1277797" y="622368"/>
                </a:lnTo>
                <a:lnTo>
                  <a:pt x="1283632" y="625285"/>
                </a:lnTo>
                <a:lnTo>
                  <a:pt x="1285577" y="628202"/>
                </a:lnTo>
                <a:lnTo>
                  <a:pt x="1287521" y="630147"/>
                </a:lnTo>
                <a:lnTo>
                  <a:pt x="1288494" y="634037"/>
                </a:lnTo>
                <a:lnTo>
                  <a:pt x="1287522" y="637927"/>
                </a:lnTo>
                <a:lnTo>
                  <a:pt x="1285577" y="642789"/>
                </a:lnTo>
                <a:lnTo>
                  <a:pt x="1282659" y="646679"/>
                </a:lnTo>
                <a:lnTo>
                  <a:pt x="1277797" y="650569"/>
                </a:lnTo>
                <a:lnTo>
                  <a:pt x="1271962" y="654458"/>
                </a:lnTo>
                <a:lnTo>
                  <a:pt x="1264183" y="658348"/>
                </a:lnTo>
                <a:lnTo>
                  <a:pt x="1255431" y="662238"/>
                </a:lnTo>
                <a:lnTo>
                  <a:pt x="1235982" y="670017"/>
                </a:lnTo>
                <a:lnTo>
                  <a:pt x="1215560" y="676825"/>
                </a:lnTo>
                <a:lnTo>
                  <a:pt x="1207781" y="680714"/>
                </a:lnTo>
                <a:lnTo>
                  <a:pt x="1199029" y="685576"/>
                </a:lnTo>
                <a:lnTo>
                  <a:pt x="1179580" y="698218"/>
                </a:lnTo>
                <a:lnTo>
                  <a:pt x="1146516" y="722529"/>
                </a:lnTo>
                <a:lnTo>
                  <a:pt x="1140682" y="722529"/>
                </a:lnTo>
                <a:lnTo>
                  <a:pt x="1137764" y="721557"/>
                </a:lnTo>
                <a:close/>
                <a:moveTo>
                  <a:pt x="909238" y="622367"/>
                </a:moveTo>
                <a:lnTo>
                  <a:pt x="909238" y="622367"/>
                </a:lnTo>
                <a:lnTo>
                  <a:pt x="909463" y="622367"/>
                </a:lnTo>
                <a:lnTo>
                  <a:pt x="909238" y="622367"/>
                </a:lnTo>
                <a:close/>
                <a:moveTo>
                  <a:pt x="908266" y="623340"/>
                </a:moveTo>
                <a:lnTo>
                  <a:pt x="908266" y="622367"/>
                </a:lnTo>
                <a:lnTo>
                  <a:pt x="909238" y="622367"/>
                </a:lnTo>
                <a:lnTo>
                  <a:pt x="908266" y="623340"/>
                </a:lnTo>
                <a:close/>
                <a:moveTo>
                  <a:pt x="141977" y="301459"/>
                </a:moveTo>
                <a:lnTo>
                  <a:pt x="141977" y="301459"/>
                </a:lnTo>
                <a:close/>
                <a:moveTo>
                  <a:pt x="142949" y="302431"/>
                </a:moveTo>
                <a:lnTo>
                  <a:pt x="141977" y="301459"/>
                </a:lnTo>
                <a:lnTo>
                  <a:pt x="142949" y="301459"/>
                </a:lnTo>
                <a:lnTo>
                  <a:pt x="142949" y="302431"/>
                </a:lnTo>
                <a:close/>
                <a:moveTo>
                  <a:pt x="244084" y="368557"/>
                </a:moveTo>
                <a:lnTo>
                  <a:pt x="241795" y="366956"/>
                </a:lnTo>
                <a:lnTo>
                  <a:pt x="242139" y="366613"/>
                </a:lnTo>
                <a:lnTo>
                  <a:pt x="244084" y="368557"/>
                </a:lnTo>
                <a:close/>
                <a:moveTo>
                  <a:pt x="641815" y="565965"/>
                </a:moveTo>
                <a:lnTo>
                  <a:pt x="641815" y="565965"/>
                </a:lnTo>
                <a:lnTo>
                  <a:pt x="644732" y="565965"/>
                </a:lnTo>
                <a:lnTo>
                  <a:pt x="642787" y="565965"/>
                </a:lnTo>
                <a:lnTo>
                  <a:pt x="641815" y="565965"/>
                </a:lnTo>
                <a:close/>
                <a:moveTo>
                  <a:pt x="458992" y="489140"/>
                </a:moveTo>
                <a:lnTo>
                  <a:pt x="457050" y="488169"/>
                </a:lnTo>
                <a:lnTo>
                  <a:pt x="458995" y="489141"/>
                </a:lnTo>
                <a:lnTo>
                  <a:pt x="458992" y="489140"/>
                </a:lnTo>
                <a:close/>
                <a:moveTo>
                  <a:pt x="333549" y="441491"/>
                </a:moveTo>
                <a:lnTo>
                  <a:pt x="331604" y="439546"/>
                </a:lnTo>
                <a:lnTo>
                  <a:pt x="334521" y="440519"/>
                </a:lnTo>
                <a:lnTo>
                  <a:pt x="334521" y="441491"/>
                </a:lnTo>
                <a:lnTo>
                  <a:pt x="333549" y="441491"/>
                </a:lnTo>
                <a:close/>
                <a:moveTo>
                  <a:pt x="339384" y="444409"/>
                </a:moveTo>
                <a:lnTo>
                  <a:pt x="337439" y="442464"/>
                </a:lnTo>
                <a:lnTo>
                  <a:pt x="338411" y="443436"/>
                </a:lnTo>
                <a:lnTo>
                  <a:pt x="340356" y="444408"/>
                </a:lnTo>
                <a:lnTo>
                  <a:pt x="339384" y="444409"/>
                </a:lnTo>
                <a:close/>
                <a:moveTo>
                  <a:pt x="448298" y="498866"/>
                </a:moveTo>
                <a:lnTo>
                  <a:pt x="445381" y="495948"/>
                </a:lnTo>
                <a:lnTo>
                  <a:pt x="448298" y="496921"/>
                </a:lnTo>
                <a:lnTo>
                  <a:pt x="449271" y="496921"/>
                </a:lnTo>
                <a:lnTo>
                  <a:pt x="448298" y="495948"/>
                </a:lnTo>
                <a:lnTo>
                  <a:pt x="445381" y="494003"/>
                </a:lnTo>
                <a:lnTo>
                  <a:pt x="442463" y="493031"/>
                </a:lnTo>
                <a:lnTo>
                  <a:pt x="439546" y="492059"/>
                </a:lnTo>
                <a:lnTo>
                  <a:pt x="435656" y="491086"/>
                </a:lnTo>
                <a:lnTo>
                  <a:pt x="436629" y="493031"/>
                </a:lnTo>
                <a:lnTo>
                  <a:pt x="433711" y="491086"/>
                </a:lnTo>
                <a:lnTo>
                  <a:pt x="431766" y="490113"/>
                </a:lnTo>
                <a:lnTo>
                  <a:pt x="428849" y="490114"/>
                </a:lnTo>
                <a:lnTo>
                  <a:pt x="428849" y="489141"/>
                </a:lnTo>
                <a:lnTo>
                  <a:pt x="424959" y="487196"/>
                </a:lnTo>
                <a:lnTo>
                  <a:pt x="423014" y="486224"/>
                </a:lnTo>
                <a:lnTo>
                  <a:pt x="422042" y="487196"/>
                </a:lnTo>
                <a:lnTo>
                  <a:pt x="415235" y="483306"/>
                </a:lnTo>
                <a:lnTo>
                  <a:pt x="407455" y="479417"/>
                </a:lnTo>
                <a:lnTo>
                  <a:pt x="400648" y="475527"/>
                </a:lnTo>
                <a:lnTo>
                  <a:pt x="397730" y="473582"/>
                </a:lnTo>
                <a:lnTo>
                  <a:pt x="395786" y="471637"/>
                </a:lnTo>
                <a:lnTo>
                  <a:pt x="392869" y="470665"/>
                </a:lnTo>
                <a:lnTo>
                  <a:pt x="391896" y="470664"/>
                </a:lnTo>
                <a:lnTo>
                  <a:pt x="392868" y="471637"/>
                </a:lnTo>
                <a:lnTo>
                  <a:pt x="393841" y="471637"/>
                </a:lnTo>
                <a:lnTo>
                  <a:pt x="395786" y="472610"/>
                </a:lnTo>
                <a:lnTo>
                  <a:pt x="393841" y="472610"/>
                </a:lnTo>
                <a:lnTo>
                  <a:pt x="390924" y="470665"/>
                </a:lnTo>
                <a:lnTo>
                  <a:pt x="390924" y="469692"/>
                </a:lnTo>
                <a:lnTo>
                  <a:pt x="391896" y="469692"/>
                </a:lnTo>
                <a:lnTo>
                  <a:pt x="388006" y="467747"/>
                </a:lnTo>
                <a:lnTo>
                  <a:pt x="385089" y="466775"/>
                </a:lnTo>
                <a:lnTo>
                  <a:pt x="381199" y="466775"/>
                </a:lnTo>
                <a:lnTo>
                  <a:pt x="377309" y="463857"/>
                </a:lnTo>
                <a:lnTo>
                  <a:pt x="374392" y="461913"/>
                </a:lnTo>
                <a:lnTo>
                  <a:pt x="369530" y="460940"/>
                </a:lnTo>
                <a:lnTo>
                  <a:pt x="367585" y="458995"/>
                </a:lnTo>
                <a:lnTo>
                  <a:pt x="366613" y="458995"/>
                </a:lnTo>
                <a:lnTo>
                  <a:pt x="367585" y="457050"/>
                </a:lnTo>
                <a:lnTo>
                  <a:pt x="363695" y="455105"/>
                </a:lnTo>
                <a:lnTo>
                  <a:pt x="360777" y="454133"/>
                </a:lnTo>
                <a:lnTo>
                  <a:pt x="357860" y="451216"/>
                </a:lnTo>
                <a:lnTo>
                  <a:pt x="357860" y="452188"/>
                </a:lnTo>
                <a:lnTo>
                  <a:pt x="356887" y="451216"/>
                </a:lnTo>
                <a:lnTo>
                  <a:pt x="353970" y="450243"/>
                </a:lnTo>
                <a:lnTo>
                  <a:pt x="354943" y="450243"/>
                </a:lnTo>
                <a:lnTo>
                  <a:pt x="352998" y="449271"/>
                </a:lnTo>
                <a:lnTo>
                  <a:pt x="350081" y="447326"/>
                </a:lnTo>
                <a:lnTo>
                  <a:pt x="352026" y="449271"/>
                </a:lnTo>
                <a:lnTo>
                  <a:pt x="354943" y="451216"/>
                </a:lnTo>
                <a:lnTo>
                  <a:pt x="349108" y="449271"/>
                </a:lnTo>
                <a:lnTo>
                  <a:pt x="347164" y="447326"/>
                </a:lnTo>
                <a:lnTo>
                  <a:pt x="343274" y="445381"/>
                </a:lnTo>
                <a:lnTo>
                  <a:pt x="340356" y="444408"/>
                </a:lnTo>
                <a:lnTo>
                  <a:pt x="339384" y="442464"/>
                </a:lnTo>
                <a:lnTo>
                  <a:pt x="336467" y="440519"/>
                </a:lnTo>
                <a:lnTo>
                  <a:pt x="334521" y="440519"/>
                </a:lnTo>
                <a:lnTo>
                  <a:pt x="330632" y="437601"/>
                </a:lnTo>
                <a:lnTo>
                  <a:pt x="329659" y="437601"/>
                </a:lnTo>
                <a:lnTo>
                  <a:pt x="327715" y="436629"/>
                </a:lnTo>
                <a:lnTo>
                  <a:pt x="324797" y="435657"/>
                </a:lnTo>
                <a:lnTo>
                  <a:pt x="322852" y="434684"/>
                </a:lnTo>
                <a:lnTo>
                  <a:pt x="320907" y="434684"/>
                </a:lnTo>
                <a:lnTo>
                  <a:pt x="314100" y="429822"/>
                </a:lnTo>
                <a:lnTo>
                  <a:pt x="315072" y="429822"/>
                </a:lnTo>
                <a:lnTo>
                  <a:pt x="311183" y="426904"/>
                </a:lnTo>
                <a:lnTo>
                  <a:pt x="306320" y="424960"/>
                </a:lnTo>
                <a:lnTo>
                  <a:pt x="307293" y="424960"/>
                </a:lnTo>
                <a:lnTo>
                  <a:pt x="303403" y="423015"/>
                </a:lnTo>
                <a:lnTo>
                  <a:pt x="300486" y="421070"/>
                </a:lnTo>
                <a:lnTo>
                  <a:pt x="298541" y="420097"/>
                </a:lnTo>
                <a:lnTo>
                  <a:pt x="298541" y="418152"/>
                </a:lnTo>
                <a:lnTo>
                  <a:pt x="298541" y="417180"/>
                </a:lnTo>
                <a:lnTo>
                  <a:pt x="296596" y="416208"/>
                </a:lnTo>
                <a:lnTo>
                  <a:pt x="293678" y="415235"/>
                </a:lnTo>
                <a:lnTo>
                  <a:pt x="291734" y="414263"/>
                </a:lnTo>
                <a:lnTo>
                  <a:pt x="290761" y="415235"/>
                </a:lnTo>
                <a:lnTo>
                  <a:pt x="290761" y="416208"/>
                </a:lnTo>
                <a:lnTo>
                  <a:pt x="281037" y="409401"/>
                </a:lnTo>
                <a:lnTo>
                  <a:pt x="276175" y="406483"/>
                </a:lnTo>
                <a:lnTo>
                  <a:pt x="271312" y="402593"/>
                </a:lnTo>
                <a:lnTo>
                  <a:pt x="270340" y="402593"/>
                </a:lnTo>
                <a:lnTo>
                  <a:pt x="269368" y="401621"/>
                </a:lnTo>
                <a:lnTo>
                  <a:pt x="254781" y="392869"/>
                </a:lnTo>
                <a:lnTo>
                  <a:pt x="247973" y="388007"/>
                </a:lnTo>
                <a:lnTo>
                  <a:pt x="243112" y="383144"/>
                </a:lnTo>
                <a:lnTo>
                  <a:pt x="244084" y="384117"/>
                </a:lnTo>
                <a:lnTo>
                  <a:pt x="244083" y="383144"/>
                </a:lnTo>
                <a:lnTo>
                  <a:pt x="244083" y="382172"/>
                </a:lnTo>
                <a:lnTo>
                  <a:pt x="242139" y="381200"/>
                </a:lnTo>
                <a:lnTo>
                  <a:pt x="241166" y="380227"/>
                </a:lnTo>
                <a:lnTo>
                  <a:pt x="240194" y="380227"/>
                </a:lnTo>
                <a:lnTo>
                  <a:pt x="240194" y="381199"/>
                </a:lnTo>
                <a:lnTo>
                  <a:pt x="241166" y="383144"/>
                </a:lnTo>
                <a:lnTo>
                  <a:pt x="232414" y="376337"/>
                </a:lnTo>
                <a:lnTo>
                  <a:pt x="225607" y="370502"/>
                </a:lnTo>
                <a:lnTo>
                  <a:pt x="225607" y="371475"/>
                </a:lnTo>
                <a:lnTo>
                  <a:pt x="223663" y="370503"/>
                </a:lnTo>
                <a:lnTo>
                  <a:pt x="223663" y="369530"/>
                </a:lnTo>
                <a:lnTo>
                  <a:pt x="222690" y="368558"/>
                </a:lnTo>
                <a:lnTo>
                  <a:pt x="217827" y="364668"/>
                </a:lnTo>
                <a:lnTo>
                  <a:pt x="216856" y="365640"/>
                </a:lnTo>
                <a:lnTo>
                  <a:pt x="215883" y="363696"/>
                </a:lnTo>
                <a:lnTo>
                  <a:pt x="213938" y="362723"/>
                </a:lnTo>
                <a:lnTo>
                  <a:pt x="212965" y="362723"/>
                </a:lnTo>
                <a:lnTo>
                  <a:pt x="211021" y="360778"/>
                </a:lnTo>
                <a:lnTo>
                  <a:pt x="211021" y="359806"/>
                </a:lnTo>
                <a:lnTo>
                  <a:pt x="205186" y="356888"/>
                </a:lnTo>
                <a:lnTo>
                  <a:pt x="199351" y="352026"/>
                </a:lnTo>
                <a:lnTo>
                  <a:pt x="198379" y="349109"/>
                </a:lnTo>
                <a:lnTo>
                  <a:pt x="195461" y="348136"/>
                </a:lnTo>
                <a:lnTo>
                  <a:pt x="195461" y="349109"/>
                </a:lnTo>
                <a:lnTo>
                  <a:pt x="189627" y="342302"/>
                </a:lnTo>
                <a:lnTo>
                  <a:pt x="186709" y="338412"/>
                </a:lnTo>
                <a:lnTo>
                  <a:pt x="177957" y="333550"/>
                </a:lnTo>
                <a:lnTo>
                  <a:pt x="169205" y="326742"/>
                </a:lnTo>
                <a:lnTo>
                  <a:pt x="151701" y="311183"/>
                </a:lnTo>
                <a:lnTo>
                  <a:pt x="152674" y="311183"/>
                </a:lnTo>
                <a:lnTo>
                  <a:pt x="150729" y="309238"/>
                </a:lnTo>
                <a:lnTo>
                  <a:pt x="149757" y="309238"/>
                </a:lnTo>
                <a:lnTo>
                  <a:pt x="148784" y="308266"/>
                </a:lnTo>
                <a:lnTo>
                  <a:pt x="148784" y="307293"/>
                </a:lnTo>
                <a:lnTo>
                  <a:pt x="148784" y="306321"/>
                </a:lnTo>
                <a:lnTo>
                  <a:pt x="150729" y="306321"/>
                </a:lnTo>
                <a:lnTo>
                  <a:pt x="147812" y="304376"/>
                </a:lnTo>
                <a:lnTo>
                  <a:pt x="145867" y="302431"/>
                </a:lnTo>
                <a:lnTo>
                  <a:pt x="141977" y="300486"/>
                </a:lnTo>
                <a:lnTo>
                  <a:pt x="141977" y="301459"/>
                </a:lnTo>
                <a:lnTo>
                  <a:pt x="140032" y="299514"/>
                </a:lnTo>
                <a:lnTo>
                  <a:pt x="138087" y="297569"/>
                </a:lnTo>
                <a:lnTo>
                  <a:pt x="136142" y="296596"/>
                </a:lnTo>
                <a:lnTo>
                  <a:pt x="136142" y="295624"/>
                </a:lnTo>
                <a:lnTo>
                  <a:pt x="137114" y="295624"/>
                </a:lnTo>
                <a:lnTo>
                  <a:pt x="138087" y="295624"/>
                </a:lnTo>
                <a:lnTo>
                  <a:pt x="135170" y="293679"/>
                </a:lnTo>
                <a:lnTo>
                  <a:pt x="135170" y="292707"/>
                </a:lnTo>
                <a:lnTo>
                  <a:pt x="136142" y="292707"/>
                </a:lnTo>
                <a:lnTo>
                  <a:pt x="139060" y="293679"/>
                </a:lnTo>
                <a:lnTo>
                  <a:pt x="141977" y="294652"/>
                </a:lnTo>
                <a:lnTo>
                  <a:pt x="141977" y="293679"/>
                </a:lnTo>
                <a:lnTo>
                  <a:pt x="140032" y="291734"/>
                </a:lnTo>
                <a:lnTo>
                  <a:pt x="140032" y="290762"/>
                </a:lnTo>
                <a:lnTo>
                  <a:pt x="141004" y="290762"/>
                </a:lnTo>
                <a:lnTo>
                  <a:pt x="141977" y="291734"/>
                </a:lnTo>
                <a:lnTo>
                  <a:pt x="143922" y="292707"/>
                </a:lnTo>
                <a:lnTo>
                  <a:pt x="141977" y="290762"/>
                </a:lnTo>
                <a:lnTo>
                  <a:pt x="138087" y="288817"/>
                </a:lnTo>
                <a:lnTo>
                  <a:pt x="137114" y="288817"/>
                </a:lnTo>
                <a:lnTo>
                  <a:pt x="137114" y="290762"/>
                </a:lnTo>
                <a:lnTo>
                  <a:pt x="134197" y="287844"/>
                </a:lnTo>
                <a:lnTo>
                  <a:pt x="132253" y="287845"/>
                </a:lnTo>
                <a:lnTo>
                  <a:pt x="131280" y="287358"/>
                </a:lnTo>
                <a:lnTo>
                  <a:pt x="130307" y="286872"/>
                </a:lnTo>
                <a:lnTo>
                  <a:pt x="127390" y="284927"/>
                </a:lnTo>
                <a:lnTo>
                  <a:pt x="127390" y="283955"/>
                </a:lnTo>
                <a:lnTo>
                  <a:pt x="128363" y="284927"/>
                </a:lnTo>
                <a:lnTo>
                  <a:pt x="129335" y="285899"/>
                </a:lnTo>
                <a:lnTo>
                  <a:pt x="131280" y="286872"/>
                </a:lnTo>
                <a:lnTo>
                  <a:pt x="130307" y="284927"/>
                </a:lnTo>
                <a:lnTo>
                  <a:pt x="128363" y="282982"/>
                </a:lnTo>
                <a:lnTo>
                  <a:pt x="124473" y="280065"/>
                </a:lnTo>
                <a:lnTo>
                  <a:pt x="125445" y="281037"/>
                </a:lnTo>
                <a:lnTo>
                  <a:pt x="124473" y="282010"/>
                </a:lnTo>
                <a:lnTo>
                  <a:pt x="121555" y="280065"/>
                </a:lnTo>
                <a:lnTo>
                  <a:pt x="121555" y="279092"/>
                </a:lnTo>
                <a:lnTo>
                  <a:pt x="122528" y="279092"/>
                </a:lnTo>
                <a:lnTo>
                  <a:pt x="120583" y="277148"/>
                </a:lnTo>
                <a:lnTo>
                  <a:pt x="117666" y="276175"/>
                </a:lnTo>
                <a:lnTo>
                  <a:pt x="118638" y="277147"/>
                </a:lnTo>
                <a:lnTo>
                  <a:pt x="116693" y="276175"/>
                </a:lnTo>
                <a:lnTo>
                  <a:pt x="114748" y="275203"/>
                </a:lnTo>
                <a:lnTo>
                  <a:pt x="113776" y="273258"/>
                </a:lnTo>
                <a:lnTo>
                  <a:pt x="111831" y="271313"/>
                </a:lnTo>
                <a:lnTo>
                  <a:pt x="112804" y="270340"/>
                </a:lnTo>
                <a:lnTo>
                  <a:pt x="114748" y="271313"/>
                </a:lnTo>
                <a:lnTo>
                  <a:pt x="115721" y="271313"/>
                </a:lnTo>
                <a:lnTo>
                  <a:pt x="114748" y="268395"/>
                </a:lnTo>
                <a:lnTo>
                  <a:pt x="113776" y="268396"/>
                </a:lnTo>
                <a:lnTo>
                  <a:pt x="110858" y="267423"/>
                </a:lnTo>
                <a:lnTo>
                  <a:pt x="109886" y="266450"/>
                </a:lnTo>
                <a:lnTo>
                  <a:pt x="108914" y="266450"/>
                </a:lnTo>
                <a:lnTo>
                  <a:pt x="108914" y="267423"/>
                </a:lnTo>
                <a:lnTo>
                  <a:pt x="108914" y="265478"/>
                </a:lnTo>
                <a:lnTo>
                  <a:pt x="109886" y="265478"/>
                </a:lnTo>
                <a:lnTo>
                  <a:pt x="107941" y="263533"/>
                </a:lnTo>
                <a:lnTo>
                  <a:pt x="105997" y="261588"/>
                </a:lnTo>
                <a:lnTo>
                  <a:pt x="104051" y="260616"/>
                </a:lnTo>
                <a:lnTo>
                  <a:pt x="104051" y="258671"/>
                </a:lnTo>
                <a:lnTo>
                  <a:pt x="102107" y="258671"/>
                </a:lnTo>
                <a:lnTo>
                  <a:pt x="101134" y="254781"/>
                </a:lnTo>
                <a:lnTo>
                  <a:pt x="96272" y="250891"/>
                </a:lnTo>
                <a:lnTo>
                  <a:pt x="95299" y="248946"/>
                </a:lnTo>
                <a:lnTo>
                  <a:pt x="94327" y="247974"/>
                </a:lnTo>
                <a:lnTo>
                  <a:pt x="95299" y="247002"/>
                </a:lnTo>
                <a:lnTo>
                  <a:pt x="92382" y="244084"/>
                </a:lnTo>
                <a:lnTo>
                  <a:pt x="91409" y="243112"/>
                </a:lnTo>
                <a:lnTo>
                  <a:pt x="90437" y="244084"/>
                </a:lnTo>
                <a:lnTo>
                  <a:pt x="92382" y="246029"/>
                </a:lnTo>
                <a:lnTo>
                  <a:pt x="93354" y="247974"/>
                </a:lnTo>
                <a:lnTo>
                  <a:pt x="92382" y="247002"/>
                </a:lnTo>
                <a:lnTo>
                  <a:pt x="88492" y="244084"/>
                </a:lnTo>
                <a:lnTo>
                  <a:pt x="89465" y="243112"/>
                </a:lnTo>
                <a:lnTo>
                  <a:pt x="87520" y="241167"/>
                </a:lnTo>
                <a:lnTo>
                  <a:pt x="85575" y="239222"/>
                </a:lnTo>
                <a:lnTo>
                  <a:pt x="85575" y="238250"/>
                </a:lnTo>
                <a:lnTo>
                  <a:pt x="83630" y="237277"/>
                </a:lnTo>
                <a:lnTo>
                  <a:pt x="82657" y="235332"/>
                </a:lnTo>
                <a:lnTo>
                  <a:pt x="82657" y="234360"/>
                </a:lnTo>
                <a:lnTo>
                  <a:pt x="82657" y="233387"/>
                </a:lnTo>
                <a:lnTo>
                  <a:pt x="80713" y="231442"/>
                </a:lnTo>
                <a:lnTo>
                  <a:pt x="84602" y="234360"/>
                </a:lnTo>
                <a:lnTo>
                  <a:pt x="82657" y="232415"/>
                </a:lnTo>
                <a:lnTo>
                  <a:pt x="81685" y="229498"/>
                </a:lnTo>
                <a:lnTo>
                  <a:pt x="76823" y="227553"/>
                </a:lnTo>
                <a:lnTo>
                  <a:pt x="75850" y="226580"/>
                </a:lnTo>
                <a:lnTo>
                  <a:pt x="74878" y="225608"/>
                </a:lnTo>
                <a:lnTo>
                  <a:pt x="74878" y="224635"/>
                </a:lnTo>
                <a:lnTo>
                  <a:pt x="73906" y="223663"/>
                </a:lnTo>
                <a:lnTo>
                  <a:pt x="76823" y="226580"/>
                </a:lnTo>
                <a:lnTo>
                  <a:pt x="76823" y="224635"/>
                </a:lnTo>
                <a:lnTo>
                  <a:pt x="73905" y="219773"/>
                </a:lnTo>
                <a:lnTo>
                  <a:pt x="70988" y="217828"/>
                </a:lnTo>
                <a:lnTo>
                  <a:pt x="70016" y="217828"/>
                </a:lnTo>
                <a:lnTo>
                  <a:pt x="69043" y="216856"/>
                </a:lnTo>
                <a:lnTo>
                  <a:pt x="69043" y="215883"/>
                </a:lnTo>
                <a:lnTo>
                  <a:pt x="70016" y="215883"/>
                </a:lnTo>
                <a:lnTo>
                  <a:pt x="69043" y="213938"/>
                </a:lnTo>
                <a:lnTo>
                  <a:pt x="68071" y="213938"/>
                </a:lnTo>
                <a:lnTo>
                  <a:pt x="68071" y="214911"/>
                </a:lnTo>
                <a:lnTo>
                  <a:pt x="67098" y="213938"/>
                </a:lnTo>
                <a:lnTo>
                  <a:pt x="63208" y="203242"/>
                </a:lnTo>
                <a:lnTo>
                  <a:pt x="67098" y="206159"/>
                </a:lnTo>
                <a:lnTo>
                  <a:pt x="65154" y="204214"/>
                </a:lnTo>
                <a:lnTo>
                  <a:pt x="67098" y="204214"/>
                </a:lnTo>
                <a:lnTo>
                  <a:pt x="67098" y="203242"/>
                </a:lnTo>
                <a:lnTo>
                  <a:pt x="67098" y="202269"/>
                </a:lnTo>
                <a:lnTo>
                  <a:pt x="68070" y="202269"/>
                </a:lnTo>
                <a:lnTo>
                  <a:pt x="66126" y="200324"/>
                </a:lnTo>
                <a:lnTo>
                  <a:pt x="64181" y="197407"/>
                </a:lnTo>
                <a:lnTo>
                  <a:pt x="64181" y="199352"/>
                </a:lnTo>
                <a:lnTo>
                  <a:pt x="63209" y="199352"/>
                </a:lnTo>
                <a:lnTo>
                  <a:pt x="61264" y="198379"/>
                </a:lnTo>
                <a:lnTo>
                  <a:pt x="58347" y="196434"/>
                </a:lnTo>
                <a:lnTo>
                  <a:pt x="57374" y="195462"/>
                </a:lnTo>
                <a:lnTo>
                  <a:pt x="56401" y="196434"/>
                </a:lnTo>
                <a:lnTo>
                  <a:pt x="54457" y="192545"/>
                </a:lnTo>
                <a:lnTo>
                  <a:pt x="54457" y="189627"/>
                </a:lnTo>
                <a:lnTo>
                  <a:pt x="54457" y="187682"/>
                </a:lnTo>
                <a:lnTo>
                  <a:pt x="51539" y="183792"/>
                </a:lnTo>
                <a:lnTo>
                  <a:pt x="51539" y="181848"/>
                </a:lnTo>
                <a:lnTo>
                  <a:pt x="51539" y="180875"/>
                </a:lnTo>
                <a:lnTo>
                  <a:pt x="50567" y="177958"/>
                </a:lnTo>
                <a:lnTo>
                  <a:pt x="48622" y="174068"/>
                </a:lnTo>
                <a:lnTo>
                  <a:pt x="46677" y="173096"/>
                </a:lnTo>
                <a:lnTo>
                  <a:pt x="46677" y="174068"/>
                </a:lnTo>
                <a:lnTo>
                  <a:pt x="46677" y="175041"/>
                </a:lnTo>
                <a:lnTo>
                  <a:pt x="47649" y="176013"/>
                </a:lnTo>
                <a:lnTo>
                  <a:pt x="46677" y="176013"/>
                </a:lnTo>
                <a:lnTo>
                  <a:pt x="43760" y="170178"/>
                </a:lnTo>
                <a:lnTo>
                  <a:pt x="42787" y="169206"/>
                </a:lnTo>
                <a:lnTo>
                  <a:pt x="41815" y="167261"/>
                </a:lnTo>
                <a:lnTo>
                  <a:pt x="42787" y="171151"/>
                </a:lnTo>
                <a:lnTo>
                  <a:pt x="41815" y="173096"/>
                </a:lnTo>
                <a:lnTo>
                  <a:pt x="39870" y="169206"/>
                </a:lnTo>
                <a:lnTo>
                  <a:pt x="40842" y="169206"/>
                </a:lnTo>
                <a:lnTo>
                  <a:pt x="38897" y="166288"/>
                </a:lnTo>
                <a:lnTo>
                  <a:pt x="37925" y="165316"/>
                </a:lnTo>
                <a:lnTo>
                  <a:pt x="36952" y="164344"/>
                </a:lnTo>
                <a:lnTo>
                  <a:pt x="35007" y="161426"/>
                </a:lnTo>
                <a:lnTo>
                  <a:pt x="35007" y="158509"/>
                </a:lnTo>
                <a:lnTo>
                  <a:pt x="36953" y="160454"/>
                </a:lnTo>
                <a:lnTo>
                  <a:pt x="37925" y="163371"/>
                </a:lnTo>
                <a:lnTo>
                  <a:pt x="39870" y="165316"/>
                </a:lnTo>
                <a:lnTo>
                  <a:pt x="40842" y="165316"/>
                </a:lnTo>
                <a:lnTo>
                  <a:pt x="37925" y="160454"/>
                </a:lnTo>
                <a:lnTo>
                  <a:pt x="36953" y="159158"/>
                </a:lnTo>
                <a:lnTo>
                  <a:pt x="36953" y="155592"/>
                </a:lnTo>
                <a:lnTo>
                  <a:pt x="35980" y="153647"/>
                </a:lnTo>
                <a:lnTo>
                  <a:pt x="35007" y="151702"/>
                </a:lnTo>
                <a:lnTo>
                  <a:pt x="36952" y="153647"/>
                </a:lnTo>
                <a:lnTo>
                  <a:pt x="35980" y="149757"/>
                </a:lnTo>
                <a:lnTo>
                  <a:pt x="35980" y="147812"/>
                </a:lnTo>
                <a:lnTo>
                  <a:pt x="36952" y="145867"/>
                </a:lnTo>
                <a:lnTo>
                  <a:pt x="35007" y="142950"/>
                </a:lnTo>
                <a:lnTo>
                  <a:pt x="34035" y="142950"/>
                </a:lnTo>
                <a:lnTo>
                  <a:pt x="34035" y="143922"/>
                </a:lnTo>
                <a:lnTo>
                  <a:pt x="33063" y="144894"/>
                </a:lnTo>
                <a:lnTo>
                  <a:pt x="29173" y="136143"/>
                </a:lnTo>
                <a:lnTo>
                  <a:pt x="25283" y="130308"/>
                </a:lnTo>
                <a:lnTo>
                  <a:pt x="25283" y="129336"/>
                </a:lnTo>
                <a:lnTo>
                  <a:pt x="26255" y="128363"/>
                </a:lnTo>
                <a:lnTo>
                  <a:pt x="28200" y="130308"/>
                </a:lnTo>
                <a:lnTo>
                  <a:pt x="23338" y="119611"/>
                </a:lnTo>
                <a:lnTo>
                  <a:pt x="19448" y="108914"/>
                </a:lnTo>
                <a:lnTo>
                  <a:pt x="19448" y="109886"/>
                </a:lnTo>
                <a:lnTo>
                  <a:pt x="18476" y="109886"/>
                </a:lnTo>
                <a:lnTo>
                  <a:pt x="17503" y="106969"/>
                </a:lnTo>
                <a:lnTo>
                  <a:pt x="16531" y="104052"/>
                </a:lnTo>
                <a:lnTo>
                  <a:pt x="16531" y="103079"/>
                </a:lnTo>
                <a:lnTo>
                  <a:pt x="17503" y="103079"/>
                </a:lnTo>
                <a:lnTo>
                  <a:pt x="16531" y="101135"/>
                </a:lnTo>
                <a:lnTo>
                  <a:pt x="17503" y="100162"/>
                </a:lnTo>
                <a:lnTo>
                  <a:pt x="17503" y="98217"/>
                </a:lnTo>
                <a:lnTo>
                  <a:pt x="13613" y="90437"/>
                </a:lnTo>
                <a:lnTo>
                  <a:pt x="10696" y="82658"/>
                </a:lnTo>
                <a:lnTo>
                  <a:pt x="9724" y="75851"/>
                </a:lnTo>
                <a:lnTo>
                  <a:pt x="7779" y="70016"/>
                </a:lnTo>
                <a:lnTo>
                  <a:pt x="4862" y="58347"/>
                </a:lnTo>
                <a:lnTo>
                  <a:pt x="4862" y="56402"/>
                </a:lnTo>
                <a:lnTo>
                  <a:pt x="5834" y="55429"/>
                </a:lnTo>
                <a:lnTo>
                  <a:pt x="6807" y="55429"/>
                </a:lnTo>
                <a:lnTo>
                  <a:pt x="6806" y="53484"/>
                </a:lnTo>
                <a:lnTo>
                  <a:pt x="5834" y="51539"/>
                </a:lnTo>
                <a:lnTo>
                  <a:pt x="5834" y="52512"/>
                </a:lnTo>
                <a:lnTo>
                  <a:pt x="4861" y="52512"/>
                </a:lnTo>
                <a:lnTo>
                  <a:pt x="4861" y="50567"/>
                </a:lnTo>
                <a:lnTo>
                  <a:pt x="4862" y="44732"/>
                </a:lnTo>
                <a:lnTo>
                  <a:pt x="3889" y="39870"/>
                </a:lnTo>
                <a:lnTo>
                  <a:pt x="2917" y="35980"/>
                </a:lnTo>
                <a:lnTo>
                  <a:pt x="3889" y="35980"/>
                </a:lnTo>
                <a:lnTo>
                  <a:pt x="4862" y="36953"/>
                </a:lnTo>
                <a:lnTo>
                  <a:pt x="4862" y="34035"/>
                </a:lnTo>
                <a:lnTo>
                  <a:pt x="3889" y="31118"/>
                </a:lnTo>
                <a:lnTo>
                  <a:pt x="2917" y="24311"/>
                </a:lnTo>
                <a:lnTo>
                  <a:pt x="1944" y="27228"/>
                </a:lnTo>
                <a:lnTo>
                  <a:pt x="972" y="22366"/>
                </a:lnTo>
                <a:lnTo>
                  <a:pt x="972" y="17504"/>
                </a:lnTo>
                <a:lnTo>
                  <a:pt x="0" y="8752"/>
                </a:lnTo>
                <a:lnTo>
                  <a:pt x="971" y="8752"/>
                </a:lnTo>
                <a:lnTo>
                  <a:pt x="972" y="4862"/>
                </a:lnTo>
                <a:lnTo>
                  <a:pt x="1884" y="3038"/>
                </a:lnTo>
                <a:lnTo>
                  <a:pt x="3890" y="9724"/>
                </a:lnTo>
                <a:lnTo>
                  <a:pt x="3890" y="10697"/>
                </a:lnTo>
                <a:lnTo>
                  <a:pt x="2917" y="9724"/>
                </a:lnTo>
                <a:lnTo>
                  <a:pt x="2917" y="8752"/>
                </a:lnTo>
                <a:lnTo>
                  <a:pt x="1944" y="8752"/>
                </a:lnTo>
                <a:lnTo>
                  <a:pt x="1944" y="13614"/>
                </a:lnTo>
                <a:lnTo>
                  <a:pt x="2917" y="13614"/>
                </a:lnTo>
                <a:lnTo>
                  <a:pt x="2917" y="14587"/>
                </a:lnTo>
                <a:lnTo>
                  <a:pt x="4667" y="18087"/>
                </a:lnTo>
                <a:lnTo>
                  <a:pt x="5658" y="22543"/>
                </a:lnTo>
                <a:lnTo>
                  <a:pt x="4862" y="23339"/>
                </a:lnTo>
                <a:lnTo>
                  <a:pt x="4862" y="24311"/>
                </a:lnTo>
                <a:lnTo>
                  <a:pt x="5834" y="25283"/>
                </a:lnTo>
                <a:lnTo>
                  <a:pt x="6806" y="27228"/>
                </a:lnTo>
                <a:lnTo>
                  <a:pt x="7779" y="34035"/>
                </a:lnTo>
                <a:lnTo>
                  <a:pt x="7779" y="36953"/>
                </a:lnTo>
                <a:lnTo>
                  <a:pt x="8752" y="40842"/>
                </a:lnTo>
                <a:lnTo>
                  <a:pt x="9724" y="44733"/>
                </a:lnTo>
                <a:lnTo>
                  <a:pt x="9724" y="48622"/>
                </a:lnTo>
                <a:lnTo>
                  <a:pt x="7779" y="44732"/>
                </a:lnTo>
                <a:lnTo>
                  <a:pt x="5834" y="40843"/>
                </a:lnTo>
                <a:lnTo>
                  <a:pt x="6806" y="48622"/>
                </a:lnTo>
                <a:lnTo>
                  <a:pt x="8751" y="50567"/>
                </a:lnTo>
                <a:lnTo>
                  <a:pt x="10696" y="55429"/>
                </a:lnTo>
                <a:lnTo>
                  <a:pt x="10696" y="56402"/>
                </a:lnTo>
                <a:lnTo>
                  <a:pt x="12641" y="60292"/>
                </a:lnTo>
                <a:lnTo>
                  <a:pt x="13614" y="62236"/>
                </a:lnTo>
                <a:lnTo>
                  <a:pt x="14586" y="65154"/>
                </a:lnTo>
                <a:lnTo>
                  <a:pt x="17503" y="79741"/>
                </a:lnTo>
                <a:lnTo>
                  <a:pt x="20421" y="91410"/>
                </a:lnTo>
                <a:lnTo>
                  <a:pt x="19449" y="92382"/>
                </a:lnTo>
                <a:lnTo>
                  <a:pt x="22366" y="96272"/>
                </a:lnTo>
                <a:lnTo>
                  <a:pt x="23338" y="100162"/>
                </a:lnTo>
                <a:lnTo>
                  <a:pt x="27228" y="109886"/>
                </a:lnTo>
                <a:lnTo>
                  <a:pt x="29173" y="116694"/>
                </a:lnTo>
                <a:lnTo>
                  <a:pt x="32091" y="123501"/>
                </a:lnTo>
                <a:lnTo>
                  <a:pt x="35008" y="129335"/>
                </a:lnTo>
                <a:lnTo>
                  <a:pt x="35980" y="133225"/>
                </a:lnTo>
                <a:lnTo>
                  <a:pt x="41814" y="144895"/>
                </a:lnTo>
                <a:lnTo>
                  <a:pt x="47649" y="154619"/>
                </a:lnTo>
                <a:lnTo>
                  <a:pt x="58346" y="176013"/>
                </a:lnTo>
                <a:lnTo>
                  <a:pt x="56402" y="174068"/>
                </a:lnTo>
                <a:lnTo>
                  <a:pt x="57374" y="176013"/>
                </a:lnTo>
                <a:lnTo>
                  <a:pt x="57374" y="176985"/>
                </a:lnTo>
                <a:lnTo>
                  <a:pt x="57374" y="177958"/>
                </a:lnTo>
                <a:lnTo>
                  <a:pt x="58346" y="178930"/>
                </a:lnTo>
                <a:lnTo>
                  <a:pt x="58346" y="177958"/>
                </a:lnTo>
                <a:lnTo>
                  <a:pt x="59319" y="179903"/>
                </a:lnTo>
                <a:lnTo>
                  <a:pt x="63208" y="183792"/>
                </a:lnTo>
                <a:lnTo>
                  <a:pt x="66126" y="188655"/>
                </a:lnTo>
                <a:lnTo>
                  <a:pt x="70015" y="194489"/>
                </a:lnTo>
                <a:lnTo>
                  <a:pt x="76823" y="203241"/>
                </a:lnTo>
                <a:lnTo>
                  <a:pt x="76823" y="204214"/>
                </a:lnTo>
                <a:lnTo>
                  <a:pt x="79740" y="208104"/>
                </a:lnTo>
                <a:lnTo>
                  <a:pt x="83630" y="212966"/>
                </a:lnTo>
                <a:lnTo>
                  <a:pt x="90437" y="223663"/>
                </a:lnTo>
                <a:lnTo>
                  <a:pt x="90437" y="225608"/>
                </a:lnTo>
                <a:lnTo>
                  <a:pt x="92382" y="228525"/>
                </a:lnTo>
                <a:lnTo>
                  <a:pt x="97244" y="232415"/>
                </a:lnTo>
                <a:lnTo>
                  <a:pt x="102106" y="238250"/>
                </a:lnTo>
                <a:lnTo>
                  <a:pt x="113776" y="251864"/>
                </a:lnTo>
                <a:lnTo>
                  <a:pt x="133225" y="272285"/>
                </a:lnTo>
                <a:lnTo>
                  <a:pt x="142949" y="282982"/>
                </a:lnTo>
                <a:lnTo>
                  <a:pt x="153646" y="292707"/>
                </a:lnTo>
                <a:lnTo>
                  <a:pt x="153646" y="294651"/>
                </a:lnTo>
                <a:lnTo>
                  <a:pt x="165316" y="303404"/>
                </a:lnTo>
                <a:lnTo>
                  <a:pt x="176012" y="314100"/>
                </a:lnTo>
                <a:lnTo>
                  <a:pt x="187682" y="323825"/>
                </a:lnTo>
                <a:lnTo>
                  <a:pt x="197406" y="332577"/>
                </a:lnTo>
                <a:lnTo>
                  <a:pt x="195461" y="332577"/>
                </a:lnTo>
                <a:lnTo>
                  <a:pt x="201296" y="337439"/>
                </a:lnTo>
                <a:lnTo>
                  <a:pt x="203241" y="338412"/>
                </a:lnTo>
                <a:lnTo>
                  <a:pt x="204214" y="338412"/>
                </a:lnTo>
                <a:lnTo>
                  <a:pt x="204214" y="337439"/>
                </a:lnTo>
                <a:lnTo>
                  <a:pt x="211021" y="343274"/>
                </a:lnTo>
                <a:lnTo>
                  <a:pt x="213938" y="346191"/>
                </a:lnTo>
                <a:lnTo>
                  <a:pt x="215883" y="348136"/>
                </a:lnTo>
                <a:lnTo>
                  <a:pt x="220745" y="352026"/>
                </a:lnTo>
                <a:lnTo>
                  <a:pt x="225607" y="353971"/>
                </a:lnTo>
                <a:lnTo>
                  <a:pt x="234360" y="361751"/>
                </a:lnTo>
                <a:lnTo>
                  <a:pt x="241795" y="366956"/>
                </a:lnTo>
                <a:lnTo>
                  <a:pt x="241167" y="367585"/>
                </a:lnTo>
                <a:lnTo>
                  <a:pt x="243111" y="368557"/>
                </a:lnTo>
                <a:lnTo>
                  <a:pt x="248946" y="373420"/>
                </a:lnTo>
                <a:lnTo>
                  <a:pt x="250891" y="374392"/>
                </a:lnTo>
                <a:lnTo>
                  <a:pt x="251863" y="374392"/>
                </a:lnTo>
                <a:lnTo>
                  <a:pt x="251863" y="373420"/>
                </a:lnTo>
                <a:lnTo>
                  <a:pt x="257698" y="378282"/>
                </a:lnTo>
                <a:lnTo>
                  <a:pt x="265478" y="383145"/>
                </a:lnTo>
                <a:lnTo>
                  <a:pt x="273257" y="388007"/>
                </a:lnTo>
                <a:lnTo>
                  <a:pt x="279092" y="392869"/>
                </a:lnTo>
                <a:lnTo>
                  <a:pt x="280065" y="392869"/>
                </a:lnTo>
                <a:lnTo>
                  <a:pt x="282009" y="393841"/>
                </a:lnTo>
                <a:lnTo>
                  <a:pt x="293679" y="401621"/>
                </a:lnTo>
                <a:lnTo>
                  <a:pt x="299513" y="404538"/>
                </a:lnTo>
                <a:lnTo>
                  <a:pt x="304375" y="407455"/>
                </a:lnTo>
                <a:lnTo>
                  <a:pt x="304375" y="408428"/>
                </a:lnTo>
                <a:lnTo>
                  <a:pt x="303403" y="408428"/>
                </a:lnTo>
                <a:lnTo>
                  <a:pt x="305348" y="409401"/>
                </a:lnTo>
                <a:lnTo>
                  <a:pt x="306321" y="409401"/>
                </a:lnTo>
                <a:lnTo>
                  <a:pt x="308265" y="409400"/>
                </a:lnTo>
                <a:lnTo>
                  <a:pt x="317990" y="415235"/>
                </a:lnTo>
                <a:lnTo>
                  <a:pt x="326742" y="421070"/>
                </a:lnTo>
                <a:lnTo>
                  <a:pt x="335494" y="427877"/>
                </a:lnTo>
                <a:lnTo>
                  <a:pt x="345218" y="432739"/>
                </a:lnTo>
                <a:lnTo>
                  <a:pt x="408427" y="464830"/>
                </a:lnTo>
                <a:lnTo>
                  <a:pt x="408428" y="465802"/>
                </a:lnTo>
                <a:lnTo>
                  <a:pt x="414262" y="467747"/>
                </a:lnTo>
                <a:lnTo>
                  <a:pt x="420097" y="470665"/>
                </a:lnTo>
                <a:lnTo>
                  <a:pt x="424959" y="473582"/>
                </a:lnTo>
                <a:lnTo>
                  <a:pt x="430794" y="475527"/>
                </a:lnTo>
                <a:lnTo>
                  <a:pt x="433711" y="477472"/>
                </a:lnTo>
                <a:lnTo>
                  <a:pt x="435656" y="477472"/>
                </a:lnTo>
                <a:lnTo>
                  <a:pt x="435656" y="478444"/>
                </a:lnTo>
                <a:lnTo>
                  <a:pt x="440519" y="480389"/>
                </a:lnTo>
                <a:lnTo>
                  <a:pt x="446353" y="483306"/>
                </a:lnTo>
                <a:lnTo>
                  <a:pt x="452188" y="486224"/>
                </a:lnTo>
                <a:lnTo>
                  <a:pt x="458992" y="489140"/>
                </a:lnTo>
                <a:lnTo>
                  <a:pt x="462885" y="491086"/>
                </a:lnTo>
                <a:lnTo>
                  <a:pt x="468719" y="493031"/>
                </a:lnTo>
                <a:lnTo>
                  <a:pt x="481362" y="498866"/>
                </a:lnTo>
                <a:lnTo>
                  <a:pt x="477472" y="497893"/>
                </a:lnTo>
                <a:lnTo>
                  <a:pt x="480389" y="499838"/>
                </a:lnTo>
                <a:lnTo>
                  <a:pt x="483306" y="499838"/>
                </a:lnTo>
                <a:lnTo>
                  <a:pt x="486223" y="500810"/>
                </a:lnTo>
                <a:lnTo>
                  <a:pt x="487196" y="502755"/>
                </a:lnTo>
                <a:lnTo>
                  <a:pt x="489141" y="502755"/>
                </a:lnTo>
                <a:lnTo>
                  <a:pt x="488168" y="501783"/>
                </a:lnTo>
                <a:lnTo>
                  <a:pt x="502755" y="508590"/>
                </a:lnTo>
                <a:lnTo>
                  <a:pt x="517342" y="513452"/>
                </a:lnTo>
                <a:lnTo>
                  <a:pt x="548460" y="524149"/>
                </a:lnTo>
                <a:lnTo>
                  <a:pt x="554295" y="527067"/>
                </a:lnTo>
                <a:lnTo>
                  <a:pt x="555267" y="528039"/>
                </a:lnTo>
                <a:lnTo>
                  <a:pt x="555267" y="529012"/>
                </a:lnTo>
                <a:lnTo>
                  <a:pt x="560129" y="529984"/>
                </a:lnTo>
                <a:lnTo>
                  <a:pt x="561102" y="529984"/>
                </a:lnTo>
                <a:lnTo>
                  <a:pt x="564019" y="530956"/>
                </a:lnTo>
                <a:lnTo>
                  <a:pt x="565964" y="532901"/>
                </a:lnTo>
                <a:lnTo>
                  <a:pt x="567909" y="533874"/>
                </a:lnTo>
                <a:lnTo>
                  <a:pt x="570826" y="534846"/>
                </a:lnTo>
                <a:lnTo>
                  <a:pt x="570826" y="533874"/>
                </a:lnTo>
                <a:lnTo>
                  <a:pt x="571799" y="533874"/>
                </a:lnTo>
                <a:lnTo>
                  <a:pt x="573744" y="533874"/>
                </a:lnTo>
                <a:lnTo>
                  <a:pt x="582496" y="538736"/>
                </a:lnTo>
                <a:lnTo>
                  <a:pt x="586386" y="539709"/>
                </a:lnTo>
                <a:lnTo>
                  <a:pt x="591248" y="541653"/>
                </a:lnTo>
                <a:lnTo>
                  <a:pt x="590276" y="541653"/>
                </a:lnTo>
                <a:lnTo>
                  <a:pt x="597082" y="542626"/>
                </a:lnTo>
                <a:lnTo>
                  <a:pt x="603889" y="544571"/>
                </a:lnTo>
                <a:lnTo>
                  <a:pt x="609724" y="546516"/>
                </a:lnTo>
                <a:lnTo>
                  <a:pt x="615559" y="546516"/>
                </a:lnTo>
                <a:lnTo>
                  <a:pt x="650567" y="556241"/>
                </a:lnTo>
                <a:lnTo>
                  <a:pt x="684603" y="565965"/>
                </a:lnTo>
                <a:lnTo>
                  <a:pt x="752674" y="581525"/>
                </a:lnTo>
                <a:lnTo>
                  <a:pt x="786710" y="589304"/>
                </a:lnTo>
                <a:lnTo>
                  <a:pt x="819773" y="596111"/>
                </a:lnTo>
                <a:lnTo>
                  <a:pt x="888817" y="608753"/>
                </a:lnTo>
                <a:lnTo>
                  <a:pt x="899514" y="611670"/>
                </a:lnTo>
                <a:lnTo>
                  <a:pt x="912155" y="613615"/>
                </a:lnTo>
                <a:lnTo>
                  <a:pt x="911183" y="613615"/>
                </a:lnTo>
                <a:lnTo>
                  <a:pt x="912156" y="613615"/>
                </a:lnTo>
                <a:lnTo>
                  <a:pt x="912155" y="613615"/>
                </a:lnTo>
                <a:lnTo>
                  <a:pt x="913128" y="613615"/>
                </a:lnTo>
                <a:lnTo>
                  <a:pt x="916046" y="613615"/>
                </a:lnTo>
                <a:lnTo>
                  <a:pt x="918963" y="613615"/>
                </a:lnTo>
                <a:lnTo>
                  <a:pt x="921880" y="613615"/>
                </a:lnTo>
                <a:lnTo>
                  <a:pt x="946191" y="617505"/>
                </a:lnTo>
                <a:lnTo>
                  <a:pt x="972448" y="620422"/>
                </a:lnTo>
                <a:lnTo>
                  <a:pt x="969530" y="620422"/>
                </a:lnTo>
                <a:lnTo>
                  <a:pt x="969530" y="621395"/>
                </a:lnTo>
                <a:lnTo>
                  <a:pt x="971475" y="621395"/>
                </a:lnTo>
                <a:lnTo>
                  <a:pt x="975365" y="620422"/>
                </a:lnTo>
                <a:lnTo>
                  <a:pt x="975365" y="621395"/>
                </a:lnTo>
                <a:lnTo>
                  <a:pt x="978282" y="621395"/>
                </a:lnTo>
                <a:lnTo>
                  <a:pt x="979164" y="620513"/>
                </a:lnTo>
                <a:lnTo>
                  <a:pt x="1044409" y="627229"/>
                </a:lnTo>
                <a:lnTo>
                  <a:pt x="1077472" y="631119"/>
                </a:lnTo>
                <a:lnTo>
                  <a:pt x="1110535" y="633064"/>
                </a:lnTo>
                <a:lnTo>
                  <a:pt x="1119287" y="634037"/>
                </a:lnTo>
                <a:lnTo>
                  <a:pt x="1129012" y="634037"/>
                </a:lnTo>
                <a:lnTo>
                  <a:pt x="1147488" y="635009"/>
                </a:lnTo>
                <a:lnTo>
                  <a:pt x="1171799" y="636954"/>
                </a:lnTo>
                <a:lnTo>
                  <a:pt x="1196111" y="638899"/>
                </a:lnTo>
                <a:lnTo>
                  <a:pt x="1220422" y="638899"/>
                </a:lnTo>
                <a:lnTo>
                  <a:pt x="1243275" y="638899"/>
                </a:lnTo>
                <a:lnTo>
                  <a:pt x="1243761" y="639871"/>
                </a:lnTo>
                <a:lnTo>
                  <a:pt x="1241816" y="640844"/>
                </a:lnTo>
                <a:lnTo>
                  <a:pt x="1235981" y="642788"/>
                </a:lnTo>
                <a:lnTo>
                  <a:pt x="1227229" y="643761"/>
                </a:lnTo>
                <a:lnTo>
                  <a:pt x="1212642" y="644733"/>
                </a:lnTo>
                <a:lnTo>
                  <a:pt x="1197083" y="644733"/>
                </a:lnTo>
                <a:lnTo>
                  <a:pt x="1180551" y="644733"/>
                </a:lnTo>
                <a:lnTo>
                  <a:pt x="1164992" y="644733"/>
                </a:lnTo>
                <a:lnTo>
                  <a:pt x="1164020" y="644733"/>
                </a:lnTo>
                <a:lnTo>
                  <a:pt x="1164020" y="643761"/>
                </a:lnTo>
                <a:lnTo>
                  <a:pt x="1163047" y="642789"/>
                </a:lnTo>
                <a:lnTo>
                  <a:pt x="1161102" y="642789"/>
                </a:lnTo>
                <a:lnTo>
                  <a:pt x="1144571" y="643761"/>
                </a:lnTo>
                <a:lnTo>
                  <a:pt x="1126095" y="642789"/>
                </a:lnTo>
                <a:lnTo>
                  <a:pt x="1106645" y="640844"/>
                </a:lnTo>
                <a:lnTo>
                  <a:pt x="1088169" y="637926"/>
                </a:lnTo>
                <a:lnTo>
                  <a:pt x="1089141" y="637926"/>
                </a:lnTo>
                <a:lnTo>
                  <a:pt x="1082334" y="637926"/>
                </a:lnTo>
                <a:lnTo>
                  <a:pt x="1074555" y="637926"/>
                </a:lnTo>
                <a:lnTo>
                  <a:pt x="1075527" y="637926"/>
                </a:lnTo>
                <a:lnTo>
                  <a:pt x="1075527" y="636954"/>
                </a:lnTo>
                <a:lnTo>
                  <a:pt x="1073582" y="636954"/>
                </a:lnTo>
                <a:lnTo>
                  <a:pt x="1069693" y="636954"/>
                </a:lnTo>
                <a:lnTo>
                  <a:pt x="1064830" y="637927"/>
                </a:lnTo>
                <a:lnTo>
                  <a:pt x="1062885" y="636954"/>
                </a:lnTo>
                <a:lnTo>
                  <a:pt x="1060941" y="635981"/>
                </a:lnTo>
                <a:lnTo>
                  <a:pt x="1058023" y="636954"/>
                </a:lnTo>
                <a:lnTo>
                  <a:pt x="1051216" y="636954"/>
                </a:lnTo>
                <a:lnTo>
                  <a:pt x="1044409" y="636954"/>
                </a:lnTo>
                <a:lnTo>
                  <a:pt x="1036629" y="635982"/>
                </a:lnTo>
                <a:lnTo>
                  <a:pt x="1028849" y="635009"/>
                </a:lnTo>
                <a:lnTo>
                  <a:pt x="1029822" y="635009"/>
                </a:lnTo>
                <a:lnTo>
                  <a:pt x="1017180" y="634037"/>
                </a:lnTo>
                <a:lnTo>
                  <a:pt x="1002593" y="633064"/>
                </a:lnTo>
                <a:lnTo>
                  <a:pt x="974392" y="631119"/>
                </a:lnTo>
                <a:lnTo>
                  <a:pt x="975365" y="630147"/>
                </a:lnTo>
                <a:lnTo>
                  <a:pt x="975365" y="629174"/>
                </a:lnTo>
                <a:lnTo>
                  <a:pt x="973420" y="630147"/>
                </a:lnTo>
                <a:lnTo>
                  <a:pt x="970503" y="630147"/>
                </a:lnTo>
                <a:lnTo>
                  <a:pt x="963695" y="630147"/>
                </a:lnTo>
                <a:lnTo>
                  <a:pt x="960778" y="629174"/>
                </a:lnTo>
                <a:lnTo>
                  <a:pt x="957861" y="629174"/>
                </a:lnTo>
                <a:lnTo>
                  <a:pt x="953971" y="629174"/>
                </a:lnTo>
                <a:lnTo>
                  <a:pt x="949109" y="628202"/>
                </a:lnTo>
                <a:lnTo>
                  <a:pt x="950081" y="628202"/>
                </a:lnTo>
                <a:lnTo>
                  <a:pt x="947164" y="628202"/>
                </a:lnTo>
                <a:lnTo>
                  <a:pt x="944247" y="628202"/>
                </a:lnTo>
                <a:lnTo>
                  <a:pt x="942301" y="627229"/>
                </a:lnTo>
                <a:lnTo>
                  <a:pt x="940357" y="628202"/>
                </a:lnTo>
                <a:lnTo>
                  <a:pt x="937439" y="626257"/>
                </a:lnTo>
                <a:lnTo>
                  <a:pt x="935495" y="627230"/>
                </a:lnTo>
                <a:lnTo>
                  <a:pt x="933549" y="626257"/>
                </a:lnTo>
                <a:lnTo>
                  <a:pt x="930632" y="625284"/>
                </a:lnTo>
                <a:lnTo>
                  <a:pt x="927715" y="625285"/>
                </a:lnTo>
                <a:lnTo>
                  <a:pt x="923825" y="625284"/>
                </a:lnTo>
                <a:lnTo>
                  <a:pt x="919936" y="624312"/>
                </a:lnTo>
                <a:lnTo>
                  <a:pt x="911183" y="622367"/>
                </a:lnTo>
                <a:lnTo>
                  <a:pt x="909463" y="622367"/>
                </a:lnTo>
                <a:lnTo>
                  <a:pt x="910211" y="622367"/>
                </a:lnTo>
                <a:lnTo>
                  <a:pt x="912155" y="622367"/>
                </a:lnTo>
                <a:lnTo>
                  <a:pt x="911183" y="621395"/>
                </a:lnTo>
                <a:lnTo>
                  <a:pt x="893679" y="619450"/>
                </a:lnTo>
                <a:lnTo>
                  <a:pt x="875203" y="617505"/>
                </a:lnTo>
                <a:lnTo>
                  <a:pt x="840194" y="610698"/>
                </a:lnTo>
                <a:lnTo>
                  <a:pt x="836305" y="609725"/>
                </a:lnTo>
                <a:lnTo>
                  <a:pt x="835332" y="608753"/>
                </a:lnTo>
                <a:lnTo>
                  <a:pt x="829498" y="607780"/>
                </a:lnTo>
                <a:lnTo>
                  <a:pt x="823663" y="607780"/>
                </a:lnTo>
                <a:lnTo>
                  <a:pt x="821718" y="605835"/>
                </a:lnTo>
                <a:lnTo>
                  <a:pt x="818800" y="605835"/>
                </a:lnTo>
                <a:lnTo>
                  <a:pt x="816856" y="605835"/>
                </a:lnTo>
                <a:lnTo>
                  <a:pt x="814911" y="605835"/>
                </a:lnTo>
                <a:lnTo>
                  <a:pt x="811993" y="605836"/>
                </a:lnTo>
                <a:lnTo>
                  <a:pt x="813939" y="604863"/>
                </a:lnTo>
                <a:lnTo>
                  <a:pt x="813939" y="603891"/>
                </a:lnTo>
                <a:lnTo>
                  <a:pt x="807131" y="603891"/>
                </a:lnTo>
                <a:lnTo>
                  <a:pt x="799352" y="602918"/>
                </a:lnTo>
                <a:lnTo>
                  <a:pt x="801297" y="602918"/>
                </a:lnTo>
                <a:lnTo>
                  <a:pt x="801297" y="601946"/>
                </a:lnTo>
                <a:lnTo>
                  <a:pt x="797407" y="601945"/>
                </a:lnTo>
                <a:lnTo>
                  <a:pt x="794489" y="600973"/>
                </a:lnTo>
                <a:lnTo>
                  <a:pt x="787682" y="600001"/>
                </a:lnTo>
                <a:lnTo>
                  <a:pt x="789627" y="599028"/>
                </a:lnTo>
                <a:lnTo>
                  <a:pt x="785738" y="598056"/>
                </a:lnTo>
                <a:lnTo>
                  <a:pt x="784765" y="599028"/>
                </a:lnTo>
                <a:lnTo>
                  <a:pt x="783792" y="599028"/>
                </a:lnTo>
                <a:lnTo>
                  <a:pt x="780875" y="599028"/>
                </a:lnTo>
                <a:lnTo>
                  <a:pt x="781848" y="599028"/>
                </a:lnTo>
                <a:lnTo>
                  <a:pt x="781848" y="598056"/>
                </a:lnTo>
                <a:lnTo>
                  <a:pt x="776985" y="598056"/>
                </a:lnTo>
                <a:lnTo>
                  <a:pt x="771151" y="597084"/>
                </a:lnTo>
                <a:lnTo>
                  <a:pt x="760454" y="595138"/>
                </a:lnTo>
                <a:lnTo>
                  <a:pt x="750730" y="592221"/>
                </a:lnTo>
                <a:lnTo>
                  <a:pt x="741005" y="590276"/>
                </a:lnTo>
                <a:lnTo>
                  <a:pt x="740032" y="589304"/>
                </a:lnTo>
                <a:lnTo>
                  <a:pt x="739060" y="589304"/>
                </a:lnTo>
                <a:lnTo>
                  <a:pt x="738087" y="588332"/>
                </a:lnTo>
                <a:lnTo>
                  <a:pt x="735170" y="587359"/>
                </a:lnTo>
                <a:lnTo>
                  <a:pt x="734198" y="587359"/>
                </a:lnTo>
                <a:lnTo>
                  <a:pt x="733225" y="587359"/>
                </a:lnTo>
                <a:lnTo>
                  <a:pt x="729336" y="587359"/>
                </a:lnTo>
                <a:lnTo>
                  <a:pt x="726418" y="587359"/>
                </a:lnTo>
                <a:lnTo>
                  <a:pt x="727390" y="588331"/>
                </a:lnTo>
                <a:lnTo>
                  <a:pt x="716694" y="585414"/>
                </a:lnTo>
                <a:lnTo>
                  <a:pt x="707942" y="583469"/>
                </a:lnTo>
                <a:lnTo>
                  <a:pt x="708914" y="582497"/>
                </a:lnTo>
                <a:lnTo>
                  <a:pt x="708914" y="581524"/>
                </a:lnTo>
                <a:lnTo>
                  <a:pt x="710859" y="581524"/>
                </a:lnTo>
                <a:lnTo>
                  <a:pt x="707942" y="579580"/>
                </a:lnTo>
                <a:lnTo>
                  <a:pt x="709887" y="579580"/>
                </a:lnTo>
                <a:lnTo>
                  <a:pt x="704052" y="578607"/>
                </a:lnTo>
                <a:lnTo>
                  <a:pt x="699190" y="577635"/>
                </a:lnTo>
                <a:lnTo>
                  <a:pt x="691410" y="577634"/>
                </a:lnTo>
                <a:lnTo>
                  <a:pt x="687520" y="576662"/>
                </a:lnTo>
                <a:lnTo>
                  <a:pt x="682658" y="575690"/>
                </a:lnTo>
                <a:lnTo>
                  <a:pt x="683631" y="575690"/>
                </a:lnTo>
                <a:lnTo>
                  <a:pt x="683630" y="574717"/>
                </a:lnTo>
                <a:lnTo>
                  <a:pt x="682658" y="574717"/>
                </a:lnTo>
                <a:lnTo>
                  <a:pt x="683630" y="573745"/>
                </a:lnTo>
                <a:lnTo>
                  <a:pt x="672933" y="574717"/>
                </a:lnTo>
                <a:lnTo>
                  <a:pt x="670989" y="573745"/>
                </a:lnTo>
                <a:lnTo>
                  <a:pt x="670989" y="572772"/>
                </a:lnTo>
                <a:lnTo>
                  <a:pt x="669044" y="572772"/>
                </a:lnTo>
                <a:lnTo>
                  <a:pt x="668071" y="572772"/>
                </a:lnTo>
                <a:lnTo>
                  <a:pt x="666126" y="572772"/>
                </a:lnTo>
                <a:lnTo>
                  <a:pt x="660292" y="571800"/>
                </a:lnTo>
                <a:lnTo>
                  <a:pt x="657374" y="569855"/>
                </a:lnTo>
                <a:lnTo>
                  <a:pt x="655429" y="568882"/>
                </a:lnTo>
                <a:lnTo>
                  <a:pt x="657374" y="568883"/>
                </a:lnTo>
                <a:lnTo>
                  <a:pt x="657374" y="567910"/>
                </a:lnTo>
                <a:lnTo>
                  <a:pt x="647650" y="565965"/>
                </a:lnTo>
                <a:lnTo>
                  <a:pt x="642787" y="564993"/>
                </a:lnTo>
                <a:lnTo>
                  <a:pt x="641815" y="564993"/>
                </a:lnTo>
                <a:lnTo>
                  <a:pt x="641815" y="565965"/>
                </a:lnTo>
                <a:lnTo>
                  <a:pt x="638898" y="565965"/>
                </a:lnTo>
                <a:lnTo>
                  <a:pt x="633063" y="564021"/>
                </a:lnTo>
                <a:lnTo>
                  <a:pt x="634036" y="564021"/>
                </a:lnTo>
                <a:lnTo>
                  <a:pt x="635008" y="563048"/>
                </a:lnTo>
                <a:lnTo>
                  <a:pt x="625284" y="562076"/>
                </a:lnTo>
                <a:lnTo>
                  <a:pt x="615559" y="560130"/>
                </a:lnTo>
                <a:lnTo>
                  <a:pt x="617504" y="560130"/>
                </a:lnTo>
                <a:lnTo>
                  <a:pt x="619449" y="560130"/>
                </a:lnTo>
                <a:lnTo>
                  <a:pt x="613614" y="558186"/>
                </a:lnTo>
                <a:lnTo>
                  <a:pt x="606807" y="556241"/>
                </a:lnTo>
                <a:lnTo>
                  <a:pt x="600972" y="554295"/>
                </a:lnTo>
                <a:lnTo>
                  <a:pt x="595138" y="552350"/>
                </a:lnTo>
                <a:lnTo>
                  <a:pt x="596110" y="553323"/>
                </a:lnTo>
                <a:lnTo>
                  <a:pt x="595138" y="553323"/>
                </a:lnTo>
                <a:lnTo>
                  <a:pt x="592220" y="551378"/>
                </a:lnTo>
                <a:lnTo>
                  <a:pt x="589303" y="550406"/>
                </a:lnTo>
                <a:lnTo>
                  <a:pt x="587358" y="549433"/>
                </a:lnTo>
                <a:lnTo>
                  <a:pt x="583468" y="548461"/>
                </a:lnTo>
                <a:lnTo>
                  <a:pt x="582496" y="548461"/>
                </a:lnTo>
                <a:lnTo>
                  <a:pt x="585413" y="549433"/>
                </a:lnTo>
                <a:lnTo>
                  <a:pt x="572771" y="545543"/>
                </a:lnTo>
                <a:lnTo>
                  <a:pt x="564992" y="543598"/>
                </a:lnTo>
                <a:lnTo>
                  <a:pt x="557212" y="540681"/>
                </a:lnTo>
                <a:lnTo>
                  <a:pt x="554295" y="540681"/>
                </a:lnTo>
                <a:lnTo>
                  <a:pt x="549433" y="539708"/>
                </a:lnTo>
                <a:lnTo>
                  <a:pt x="550405" y="538736"/>
                </a:lnTo>
                <a:lnTo>
                  <a:pt x="546515" y="536791"/>
                </a:lnTo>
                <a:lnTo>
                  <a:pt x="544570" y="535819"/>
                </a:lnTo>
                <a:lnTo>
                  <a:pt x="547488" y="536791"/>
                </a:lnTo>
                <a:lnTo>
                  <a:pt x="548460" y="537763"/>
                </a:lnTo>
                <a:lnTo>
                  <a:pt x="550405" y="537764"/>
                </a:lnTo>
                <a:lnTo>
                  <a:pt x="554295" y="538736"/>
                </a:lnTo>
                <a:lnTo>
                  <a:pt x="553322" y="537764"/>
                </a:lnTo>
                <a:lnTo>
                  <a:pt x="550405" y="537764"/>
                </a:lnTo>
                <a:lnTo>
                  <a:pt x="544570" y="535819"/>
                </a:lnTo>
                <a:lnTo>
                  <a:pt x="541653" y="534846"/>
                </a:lnTo>
                <a:lnTo>
                  <a:pt x="538736" y="533874"/>
                </a:lnTo>
                <a:lnTo>
                  <a:pt x="536791" y="532901"/>
                </a:lnTo>
                <a:lnTo>
                  <a:pt x="537763" y="532901"/>
                </a:lnTo>
                <a:lnTo>
                  <a:pt x="538735" y="531929"/>
                </a:lnTo>
                <a:lnTo>
                  <a:pt x="536791" y="531929"/>
                </a:lnTo>
                <a:lnTo>
                  <a:pt x="532901" y="530956"/>
                </a:lnTo>
                <a:lnTo>
                  <a:pt x="529984" y="529984"/>
                </a:lnTo>
                <a:lnTo>
                  <a:pt x="527067" y="529011"/>
                </a:lnTo>
                <a:lnTo>
                  <a:pt x="526094" y="529011"/>
                </a:lnTo>
                <a:lnTo>
                  <a:pt x="525121" y="529012"/>
                </a:lnTo>
                <a:lnTo>
                  <a:pt x="524149" y="529012"/>
                </a:lnTo>
                <a:lnTo>
                  <a:pt x="523177" y="528039"/>
                </a:lnTo>
                <a:lnTo>
                  <a:pt x="520259" y="527067"/>
                </a:lnTo>
                <a:lnTo>
                  <a:pt x="517342" y="526094"/>
                </a:lnTo>
                <a:lnTo>
                  <a:pt x="517342" y="525122"/>
                </a:lnTo>
                <a:lnTo>
                  <a:pt x="518314" y="524149"/>
                </a:lnTo>
                <a:lnTo>
                  <a:pt x="514425" y="524149"/>
                </a:lnTo>
                <a:lnTo>
                  <a:pt x="511507" y="524150"/>
                </a:lnTo>
                <a:lnTo>
                  <a:pt x="511507" y="523177"/>
                </a:lnTo>
                <a:lnTo>
                  <a:pt x="509562" y="523177"/>
                </a:lnTo>
                <a:lnTo>
                  <a:pt x="507617" y="522204"/>
                </a:lnTo>
                <a:lnTo>
                  <a:pt x="504700" y="521232"/>
                </a:lnTo>
                <a:lnTo>
                  <a:pt x="501782" y="521232"/>
                </a:lnTo>
                <a:lnTo>
                  <a:pt x="494003" y="517342"/>
                </a:lnTo>
                <a:lnTo>
                  <a:pt x="490114" y="515397"/>
                </a:lnTo>
                <a:lnTo>
                  <a:pt x="487195" y="513452"/>
                </a:lnTo>
                <a:lnTo>
                  <a:pt x="481361" y="512480"/>
                </a:lnTo>
                <a:lnTo>
                  <a:pt x="475527" y="509563"/>
                </a:lnTo>
                <a:lnTo>
                  <a:pt x="477471" y="509563"/>
                </a:lnTo>
                <a:lnTo>
                  <a:pt x="474554" y="508590"/>
                </a:lnTo>
                <a:lnTo>
                  <a:pt x="471637" y="507617"/>
                </a:lnTo>
                <a:lnTo>
                  <a:pt x="468719" y="505673"/>
                </a:lnTo>
                <a:lnTo>
                  <a:pt x="463857" y="502755"/>
                </a:lnTo>
                <a:lnTo>
                  <a:pt x="461912" y="501783"/>
                </a:lnTo>
                <a:lnTo>
                  <a:pt x="460939" y="502756"/>
                </a:lnTo>
                <a:lnTo>
                  <a:pt x="459967" y="503728"/>
                </a:lnTo>
                <a:lnTo>
                  <a:pt x="457050" y="501783"/>
                </a:lnTo>
                <a:lnTo>
                  <a:pt x="453160" y="499838"/>
                </a:lnTo>
                <a:lnTo>
                  <a:pt x="448298" y="498866"/>
                </a:lnTo>
                <a:close/>
              </a:path>
            </a:pathLst>
          </a:custGeom>
          <a:solidFill>
            <a:schemeClr val="accent1"/>
          </a:solidFill>
          <a:ln>
            <a:noFill/>
          </a:ln>
        </p:spPr>
        <p:txBody>
          <a:bodyPr/>
          <a:p>
            <a:endParaRPr lang="ar-SA"/>
          </a:p>
        </p:txBody>
      </p:sp>
      <p:sp>
        <p:nvSpPr>
          <p:cNvPr id="1048770" name="Title 1"/>
          <p:cNvSpPr>
            <a:spLocks noGrp="1"/>
          </p:cNvSpPr>
          <p:nvPr>
            <p:ph type="title"/>
          </p:nvPr>
        </p:nvSpPr>
        <p:spPr/>
        <p:txBody>
          <a:bodyPr/>
          <a:p>
            <a:r>
              <a:rPr lang="en-US" smtClean="0"/>
              <a:t>Click to edit Master title style</a:t>
            </a:r>
            <a:endParaRPr dirty="0" lang="en-US"/>
          </a:p>
        </p:txBody>
      </p:sp>
      <p:sp>
        <p:nvSpPr>
          <p:cNvPr id="1048771" name="Text Placeholder 2"/>
          <p:cNvSpPr>
            <a:spLocks noGrp="1"/>
          </p:cNvSpPr>
          <p:nvPr>
            <p:ph type="body" idx="1"/>
          </p:nvPr>
        </p:nvSpPr>
        <p:spPr>
          <a:xfrm>
            <a:off x="841248" y="2038388"/>
            <a:ext cx="3017520" cy="542395"/>
          </a:xfrm>
        </p:spPr>
        <p:txBody>
          <a:bodyPr anchor="b">
            <a:noAutofit/>
          </a:bodyPr>
          <a:lstStyle>
            <a:lvl1pPr algn="ctr" indent="0" marL="0">
              <a:buNone/>
              <a:defRPr b="0" sz="2400">
                <a:solidFill>
                  <a:schemeClr val="tx2"/>
                </a:solidFill>
                <a:latin typeface="+mn-lt"/>
                <a:cs typeface="Bradley Hand ITC TT-Bold"/>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72" name="Text Placeholder 4"/>
          <p:cNvSpPr>
            <a:spLocks noGrp="1"/>
          </p:cNvSpPr>
          <p:nvPr>
            <p:ph type="body" sz="quarter" idx="3"/>
          </p:nvPr>
        </p:nvSpPr>
        <p:spPr>
          <a:xfrm>
            <a:off x="5291091" y="2038387"/>
            <a:ext cx="3014708" cy="542394"/>
          </a:xfrm>
        </p:spPr>
        <p:txBody>
          <a:bodyPr anchor="b">
            <a:noAutofit/>
          </a:bodyPr>
          <a:lstStyle>
            <a:lvl1pPr algn="ctr" indent="0" marL="0">
              <a:buNone/>
              <a:defRPr b="0" sz="2400">
                <a:solidFill>
                  <a:schemeClr val="tx2"/>
                </a:solidFill>
                <a:latin typeface="+mn-lt"/>
                <a:cs typeface="Bradley Hand ITC TT-Bold"/>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73" name="Content Placeholder 12"/>
          <p:cNvSpPr>
            <a:spLocks noGrp="1"/>
          </p:cNvSpPr>
          <p:nvPr>
            <p:ph sz="quarter" idx="13"/>
          </p:nvPr>
        </p:nvSpPr>
        <p:spPr>
          <a:xfrm>
            <a:off x="841248" y="2743199"/>
            <a:ext cx="3017520" cy="324612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74" name="Content Placeholder 14"/>
          <p:cNvSpPr>
            <a:spLocks noGrp="1"/>
          </p:cNvSpPr>
          <p:nvPr>
            <p:ph sz="quarter" idx="14"/>
          </p:nvPr>
        </p:nvSpPr>
        <p:spPr>
          <a:xfrm>
            <a:off x="5294376" y="2743200"/>
            <a:ext cx="3017520" cy="324612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75" name="Date Placeholder 6"/>
          <p:cNvSpPr>
            <a:spLocks noGrp="1"/>
          </p:cNvSpPr>
          <p:nvPr>
            <p:ph type="dt" sz="half" idx="15"/>
          </p:nvPr>
        </p:nvSpPr>
        <p:spPr/>
        <p:txBody>
          <a:bodyPr/>
          <a:p>
            <a:fld id="{DB0D3701-B642-4B53-84E1-B0AF50FF8F79}" type="datetimeFigureOut">
              <a:rPr lang="en-US"/>
              <a:t>10/26/2022</a:t>
            </a:fld>
            <a:endParaRPr lang="en-US"/>
          </a:p>
        </p:txBody>
      </p:sp>
      <p:sp>
        <p:nvSpPr>
          <p:cNvPr id="1048776" name="Footer Placeholder 7"/>
          <p:cNvSpPr>
            <a:spLocks noGrp="1"/>
          </p:cNvSpPr>
          <p:nvPr>
            <p:ph type="ftr" sz="quarter" idx="16"/>
          </p:nvPr>
        </p:nvSpPr>
        <p:spPr/>
        <p:txBody>
          <a:bodyPr/>
          <a:p>
            <a:endParaRPr lang="en-US"/>
          </a:p>
        </p:txBody>
      </p:sp>
      <p:sp>
        <p:nvSpPr>
          <p:cNvPr id="1048777" name="Slide Number Placeholder 8"/>
          <p:cNvSpPr>
            <a:spLocks noGrp="1"/>
          </p:cNvSpPr>
          <p:nvPr>
            <p:ph type="sldNum" sz="quarter" idx="17"/>
          </p:nvPr>
        </p:nvSpPr>
        <p:spPr/>
        <p:txBody>
          <a:bodyPr/>
          <a:p>
            <a:fld id="{5B52224B-AEB4-46B6-AB8D-90359A1CF49E}"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12" name=""/>
        <p:cNvGrpSpPr/>
        <p:nvPr/>
      </p:nvGrpSpPr>
      <p:grpSpPr>
        <a:xfrm>
          <a:off x="0" y="0"/>
          <a:ext cx="0" cy="0"/>
          <a:chOff x="0" y="0"/>
          <a:chExt cx="0" cy="0"/>
        </a:xfrm>
      </p:grpSpPr>
      <p:sp>
        <p:nvSpPr>
          <p:cNvPr id="1048743" name="Title 1"/>
          <p:cNvSpPr>
            <a:spLocks noGrp="1"/>
          </p:cNvSpPr>
          <p:nvPr>
            <p:ph type="title"/>
          </p:nvPr>
        </p:nvSpPr>
        <p:spPr/>
        <p:txBody>
          <a:bodyPr/>
          <a:p>
            <a:r>
              <a:rPr lang="en-US" smtClean="0"/>
              <a:t>Click to edit Master title style</a:t>
            </a:r>
            <a:endParaRPr lang="en-US"/>
          </a:p>
        </p:txBody>
      </p:sp>
      <p:sp>
        <p:nvSpPr>
          <p:cNvPr id="1048744" name="Date Placeholder 3"/>
          <p:cNvSpPr>
            <a:spLocks noGrp="1"/>
          </p:cNvSpPr>
          <p:nvPr>
            <p:ph type="dt" sz="half" idx="10"/>
          </p:nvPr>
        </p:nvSpPr>
        <p:spPr/>
        <p:txBody>
          <a:bodyPr/>
          <a:p>
            <a:fld id="{6FAF9119-0A3F-4620-BC25-B16530466F12}" type="datetimeFigureOut">
              <a:rPr lang="en-US"/>
              <a:t>10/26/2022</a:t>
            </a:fld>
            <a:endParaRPr lang="en-US"/>
          </a:p>
        </p:txBody>
      </p:sp>
      <p:sp>
        <p:nvSpPr>
          <p:cNvPr id="1048745" name="Footer Placeholder 4"/>
          <p:cNvSpPr>
            <a:spLocks noGrp="1"/>
          </p:cNvSpPr>
          <p:nvPr>
            <p:ph type="ftr" sz="quarter" idx="11"/>
          </p:nvPr>
        </p:nvSpPr>
        <p:spPr/>
        <p:txBody>
          <a:bodyPr/>
          <a:p>
            <a:endParaRPr lang="en-US"/>
          </a:p>
        </p:txBody>
      </p:sp>
      <p:sp>
        <p:nvSpPr>
          <p:cNvPr id="1048746" name="Slide Number Placeholder 5"/>
          <p:cNvSpPr>
            <a:spLocks noGrp="1"/>
          </p:cNvSpPr>
          <p:nvPr>
            <p:ph type="sldNum" sz="quarter" idx="12"/>
          </p:nvPr>
        </p:nvSpPr>
        <p:spPr/>
        <p:txBody>
          <a:bodyPr/>
          <a:p>
            <a:fld id="{78BBB3F2-A34F-4042-A60C-995BFC9E9771}"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18" name=""/>
        <p:cNvGrpSpPr/>
        <p:nvPr/>
      </p:nvGrpSpPr>
      <p:grpSpPr>
        <a:xfrm>
          <a:off x="0" y="0"/>
          <a:ext cx="0" cy="0"/>
          <a:chOff x="0" y="0"/>
          <a:chExt cx="0" cy="0"/>
        </a:xfrm>
      </p:grpSpPr>
      <p:sp>
        <p:nvSpPr>
          <p:cNvPr id="1048778" name="Date Placeholder 3"/>
          <p:cNvSpPr>
            <a:spLocks noGrp="1"/>
          </p:cNvSpPr>
          <p:nvPr>
            <p:ph type="dt" sz="half" idx="10"/>
          </p:nvPr>
        </p:nvSpPr>
        <p:spPr/>
        <p:txBody>
          <a:bodyPr/>
          <a:p>
            <a:fld id="{8E5BB3AA-DA2F-42BB-95FE-C9481E48C418}" type="datetimeFigureOut">
              <a:rPr lang="en-US"/>
              <a:t>10/26/2022</a:t>
            </a:fld>
            <a:endParaRPr lang="en-US"/>
          </a:p>
        </p:txBody>
      </p:sp>
      <p:sp>
        <p:nvSpPr>
          <p:cNvPr id="1048779" name="Footer Placeholder 4"/>
          <p:cNvSpPr>
            <a:spLocks noGrp="1"/>
          </p:cNvSpPr>
          <p:nvPr>
            <p:ph type="ftr" sz="quarter" idx="11"/>
          </p:nvPr>
        </p:nvSpPr>
        <p:spPr/>
        <p:txBody>
          <a:bodyPr/>
          <a:p>
            <a:endParaRPr lang="en-US"/>
          </a:p>
        </p:txBody>
      </p:sp>
      <p:sp>
        <p:nvSpPr>
          <p:cNvPr id="1048780" name="Slide Number Placeholder 5"/>
          <p:cNvSpPr>
            <a:spLocks noGrp="1"/>
          </p:cNvSpPr>
          <p:nvPr>
            <p:ph type="sldNum" sz="quarter" idx="12"/>
          </p:nvPr>
        </p:nvSpPr>
        <p:spPr/>
        <p:txBody>
          <a:bodyPr/>
          <a:p>
            <a:fld id="{179E859C-8502-42C1-9F57-AEB781D5C8C8}"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19" name=""/>
        <p:cNvGrpSpPr/>
        <p:nvPr/>
      </p:nvGrpSpPr>
      <p:grpSpPr>
        <a:xfrm>
          <a:off x="0" y="0"/>
          <a:ext cx="0" cy="0"/>
          <a:chOff x="0" y="0"/>
          <a:chExt cx="0" cy="0"/>
        </a:xfrm>
      </p:grpSpPr>
      <p:sp>
        <p:nvSpPr>
          <p:cNvPr id="1048781" name="Title 1"/>
          <p:cNvSpPr>
            <a:spLocks noGrp="1"/>
          </p:cNvSpPr>
          <p:nvPr>
            <p:ph type="title"/>
          </p:nvPr>
        </p:nvSpPr>
        <p:spPr>
          <a:xfrm>
            <a:off x="551280" y="1487081"/>
            <a:ext cx="3008313" cy="1921339"/>
          </a:xfrm>
        </p:spPr>
        <p:txBody>
          <a:bodyPr anchor="b"/>
          <a:lstStyle>
            <a:lvl1pPr algn="l">
              <a:defRPr b="0" sz="2400"/>
            </a:lvl1pPr>
          </a:lstStyle>
          <a:p>
            <a:r>
              <a:rPr lang="en-US" smtClean="0"/>
              <a:t>Click to edit Master title style</a:t>
            </a:r>
            <a:endParaRPr lang="en-US"/>
          </a:p>
        </p:txBody>
      </p:sp>
      <p:sp>
        <p:nvSpPr>
          <p:cNvPr id="1048782" name="Content Placeholder 2"/>
          <p:cNvSpPr>
            <a:spLocks noGrp="1"/>
          </p:cNvSpPr>
          <p:nvPr>
            <p:ph idx="1"/>
          </p:nvPr>
        </p:nvSpPr>
        <p:spPr>
          <a:xfrm>
            <a:off x="3893350" y="835428"/>
            <a:ext cx="4699370" cy="5151526"/>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83" name="Text Placeholder 3"/>
          <p:cNvSpPr>
            <a:spLocks noGrp="1"/>
          </p:cNvSpPr>
          <p:nvPr>
            <p:ph type="body" sz="half" idx="2"/>
          </p:nvPr>
        </p:nvSpPr>
        <p:spPr>
          <a:xfrm>
            <a:off x="551280" y="3408420"/>
            <a:ext cx="3008313" cy="1919091"/>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84" name="Date Placeholder 3"/>
          <p:cNvSpPr>
            <a:spLocks noGrp="1"/>
          </p:cNvSpPr>
          <p:nvPr>
            <p:ph type="dt" sz="half" idx="10"/>
          </p:nvPr>
        </p:nvSpPr>
        <p:spPr/>
        <p:txBody>
          <a:bodyPr/>
          <a:p>
            <a:fld id="{5E3836C9-C831-4E80-9C54-B4A34A0CE086}" type="datetimeFigureOut">
              <a:rPr lang="en-US"/>
              <a:t>10/26/2022</a:t>
            </a:fld>
            <a:endParaRPr lang="en-US"/>
          </a:p>
        </p:txBody>
      </p:sp>
      <p:sp>
        <p:nvSpPr>
          <p:cNvPr id="1048785" name="Footer Placeholder 4"/>
          <p:cNvSpPr>
            <a:spLocks noGrp="1"/>
          </p:cNvSpPr>
          <p:nvPr>
            <p:ph type="ftr" sz="quarter" idx="11"/>
          </p:nvPr>
        </p:nvSpPr>
        <p:spPr/>
        <p:txBody>
          <a:bodyPr/>
          <a:p>
            <a:endParaRPr lang="en-US"/>
          </a:p>
        </p:txBody>
      </p:sp>
      <p:sp>
        <p:nvSpPr>
          <p:cNvPr id="1048786" name="Slide Number Placeholder 5"/>
          <p:cNvSpPr>
            <a:spLocks noGrp="1"/>
          </p:cNvSpPr>
          <p:nvPr>
            <p:ph type="sldNum" sz="quarter" idx="12"/>
          </p:nvPr>
        </p:nvSpPr>
        <p:spPr/>
        <p:txBody>
          <a:bodyPr/>
          <a:p>
            <a:fld id="{2026EBD7-E454-44F9-908E-0EC64532051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14" name=""/>
        <p:cNvGrpSpPr/>
        <p:nvPr/>
      </p:nvGrpSpPr>
      <p:grpSpPr>
        <a:xfrm>
          <a:off x="0" y="0"/>
          <a:ext cx="0" cy="0"/>
          <a:chOff x="0" y="0"/>
          <a:chExt cx="0" cy="0"/>
        </a:xfrm>
      </p:grpSpPr>
      <p:pic>
        <p:nvPicPr>
          <p:cNvPr id="2097158" name="Picture 7" descr="tape.png"/>
          <p:cNvPicPr>
            <a:picLocks noChangeAspect="1"/>
          </p:cNvPicPr>
          <p:nvPr/>
        </p:nvPicPr>
        <p:blipFill>
          <a:blip xmlns:r="http://schemas.openxmlformats.org/officeDocument/2006/relationships" r:embed="rId1"/>
          <a:srcRect/>
          <a:stretch>
            <a:fillRect/>
          </a:stretch>
        </p:blipFill>
        <p:spPr bwMode="auto">
          <a:xfrm>
            <a:off x="3124200" y="190500"/>
            <a:ext cx="2781300" cy="819150"/>
          </a:xfrm>
          <a:prstGeom prst="rect"/>
          <a:noFill/>
          <a:ln>
            <a:noFill/>
          </a:ln>
        </p:spPr>
      </p:pic>
      <p:sp>
        <p:nvSpPr>
          <p:cNvPr id="1048752" name="Title 1"/>
          <p:cNvSpPr>
            <a:spLocks noGrp="1"/>
          </p:cNvSpPr>
          <p:nvPr>
            <p:ph type="title"/>
          </p:nvPr>
        </p:nvSpPr>
        <p:spPr>
          <a:xfrm>
            <a:off x="551280" y="4669654"/>
            <a:ext cx="8041440" cy="719865"/>
          </a:xfrm>
        </p:spPr>
        <p:txBody>
          <a:bodyPr anchor="b"/>
          <a:lstStyle>
            <a:lvl1pPr algn="ctr">
              <a:defRPr b="0" sz="3600"/>
            </a:lvl1pPr>
          </a:lstStyle>
          <a:p>
            <a:r>
              <a:rPr lang="en-US" smtClean="0"/>
              <a:t>Click to edit Master title style</a:t>
            </a:r>
            <a:endParaRPr dirty="0" lang="en-US"/>
          </a:p>
        </p:txBody>
      </p:sp>
      <p:sp>
        <p:nvSpPr>
          <p:cNvPr id="1048753" name="Picture Placeholder 2"/>
          <p:cNvSpPr>
            <a:spLocks noChangeAspect="1" noGrp="1"/>
          </p:cNvSpPr>
          <p:nvPr>
            <p:ph type="pic" idx="1"/>
          </p:nvPr>
        </p:nvSpPr>
        <p:spPr>
          <a:xfrm rot="-60000">
            <a:off x="2130552" y="594360"/>
            <a:ext cx="4873752" cy="3657600"/>
          </a:xfrm>
          <a:solidFill>
            <a:srgbClr val="FFFFFF">
              <a:shade val="85000"/>
            </a:srgbClr>
          </a:solidFill>
          <a:ln w="190500" cap="sq">
            <a:solidFill>
              <a:srgbClr val="FFFFFF"/>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txBody>
          <a:bodyPr rtlCol="0">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lvl="0"/>
            <a:r>
              <a:rPr lang="en-US" noProof="0" smtClean="0"/>
              <a:t>Click icon to add picture</a:t>
            </a:r>
            <a:endParaRPr lang="en-US" noProof="0"/>
          </a:p>
        </p:txBody>
      </p:sp>
      <p:sp>
        <p:nvSpPr>
          <p:cNvPr id="1048754" name="Text Placeholder 3"/>
          <p:cNvSpPr>
            <a:spLocks noGrp="1"/>
          </p:cNvSpPr>
          <p:nvPr>
            <p:ph type="body" sz="half" idx="2"/>
          </p:nvPr>
        </p:nvSpPr>
        <p:spPr>
          <a:xfrm>
            <a:off x="1219200" y="5416153"/>
            <a:ext cx="6705600" cy="603126"/>
          </a:xfrm>
        </p:spPr>
        <p:txBody>
          <a:bodyPr>
            <a:normAutofit/>
          </a:bodyPr>
          <a:lstStyle>
            <a:lvl1pPr algn="ctr" indent="0" marL="0">
              <a:buNone/>
              <a:defRPr sz="16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55" name="Date Placeholder 4"/>
          <p:cNvSpPr>
            <a:spLocks noGrp="1"/>
          </p:cNvSpPr>
          <p:nvPr>
            <p:ph type="dt" sz="half" idx="10"/>
          </p:nvPr>
        </p:nvSpPr>
        <p:spPr/>
        <p:txBody>
          <a:bodyPr/>
          <a:p>
            <a:fld id="{7D316203-D04F-4A51-80CA-6FC68DC2DCC9}" type="datetimeFigureOut">
              <a:rPr lang="en-US"/>
              <a:t>10/26/2022</a:t>
            </a:fld>
            <a:endParaRPr lang="en-US"/>
          </a:p>
        </p:txBody>
      </p:sp>
      <p:sp>
        <p:nvSpPr>
          <p:cNvPr id="1048756" name="Footer Placeholder 5"/>
          <p:cNvSpPr>
            <a:spLocks noGrp="1"/>
          </p:cNvSpPr>
          <p:nvPr>
            <p:ph type="ftr" sz="quarter" idx="11"/>
          </p:nvPr>
        </p:nvSpPr>
        <p:spPr/>
        <p:txBody>
          <a:bodyPr/>
          <a:p>
            <a:endParaRPr lang="en-US"/>
          </a:p>
        </p:txBody>
      </p:sp>
      <p:sp>
        <p:nvSpPr>
          <p:cNvPr id="1048757" name="Slide Number Placeholder 6"/>
          <p:cNvSpPr>
            <a:spLocks noGrp="1"/>
          </p:cNvSpPr>
          <p:nvPr>
            <p:ph type="sldNum" sz="quarter" idx="12"/>
          </p:nvPr>
        </p:nvSpPr>
        <p:spPr/>
        <p:txBody>
          <a:bodyPr/>
          <a:p>
            <a:fld id="{2608208F-9208-4BCE-B8B3-FE9E4B61E226}"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15" name=""/>
        <p:cNvGrpSpPr/>
        <p:nvPr/>
      </p:nvGrpSpPr>
      <p:grpSpPr>
        <a:xfrm>
          <a:off x="0" y="0"/>
          <a:ext cx="0" cy="0"/>
          <a:chOff x="0" y="0"/>
          <a:chExt cx="0" cy="0"/>
        </a:xfrm>
      </p:grpSpPr>
      <p:sp>
        <p:nvSpPr>
          <p:cNvPr id="1048758" name="Title 1"/>
          <p:cNvSpPr>
            <a:spLocks noGrp="1"/>
          </p:cNvSpPr>
          <p:nvPr>
            <p:ph type="title"/>
          </p:nvPr>
        </p:nvSpPr>
        <p:spPr/>
        <p:txBody>
          <a:bodyPr/>
          <a:p>
            <a:r>
              <a:rPr lang="en-US" smtClean="0"/>
              <a:t>Click to edit Master title style</a:t>
            </a:r>
            <a:endParaRPr lang="en-US"/>
          </a:p>
        </p:txBody>
      </p:sp>
      <p:sp>
        <p:nvSpPr>
          <p:cNvPr id="1048759" name="Vertical Text Placeholder 2"/>
          <p:cNvSpPr>
            <a:spLocks noGrp="1"/>
          </p:cNvSpPr>
          <p:nvPr>
            <p:ph type="body" orient="vert" idx="1"/>
          </p:nvPr>
        </p:nvSpPr>
        <p:spPr/>
        <p:txBody>
          <a:bodyPr anchor="ct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0" name="Date Placeholder 3"/>
          <p:cNvSpPr>
            <a:spLocks noGrp="1"/>
          </p:cNvSpPr>
          <p:nvPr>
            <p:ph type="dt" sz="half" idx="10"/>
          </p:nvPr>
        </p:nvSpPr>
        <p:spPr/>
        <p:txBody>
          <a:bodyPr/>
          <a:p>
            <a:fld id="{C9BDCACC-9933-4F14-80BC-2754EEF1C44C}" type="datetimeFigureOut">
              <a:rPr lang="en-US"/>
              <a:t>10/26/2022</a:t>
            </a:fld>
            <a:endParaRPr lang="en-US"/>
          </a:p>
        </p:txBody>
      </p:sp>
      <p:sp>
        <p:nvSpPr>
          <p:cNvPr id="1048761" name="Footer Placeholder 4"/>
          <p:cNvSpPr>
            <a:spLocks noGrp="1"/>
          </p:cNvSpPr>
          <p:nvPr>
            <p:ph type="ftr" sz="quarter" idx="11"/>
          </p:nvPr>
        </p:nvSpPr>
        <p:spPr/>
        <p:txBody>
          <a:bodyPr/>
          <a:p>
            <a:endParaRPr lang="en-US"/>
          </a:p>
        </p:txBody>
      </p:sp>
      <p:sp>
        <p:nvSpPr>
          <p:cNvPr id="1048762" name="Slide Number Placeholder 5"/>
          <p:cNvSpPr>
            <a:spLocks noGrp="1"/>
          </p:cNvSpPr>
          <p:nvPr>
            <p:ph type="sldNum" sz="quarter" idx="12"/>
          </p:nvPr>
        </p:nvSpPr>
        <p:spPr/>
        <p:txBody>
          <a:bodyPr/>
          <a:p>
            <a:fld id="{2751AF7B-B1D1-45FC-8ED4-B98379058B8A}"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13" name=""/>
        <p:cNvGrpSpPr/>
        <p:nvPr/>
      </p:nvGrpSpPr>
      <p:grpSpPr>
        <a:xfrm>
          <a:off x="0" y="0"/>
          <a:ext cx="0" cy="0"/>
          <a:chOff x="0" y="0"/>
          <a:chExt cx="0" cy="0"/>
        </a:xfrm>
      </p:grpSpPr>
      <p:sp>
        <p:nvSpPr>
          <p:cNvPr id="1048747" name="Vertical Title 1"/>
          <p:cNvSpPr>
            <a:spLocks noGrp="1"/>
          </p:cNvSpPr>
          <p:nvPr>
            <p:ph type="title" orient="vert"/>
          </p:nvPr>
        </p:nvSpPr>
        <p:spPr>
          <a:xfrm>
            <a:off x="6629400" y="550278"/>
            <a:ext cx="1963320" cy="5469523"/>
          </a:xfrm>
        </p:spPr>
        <p:txBody>
          <a:bodyPr vert="eaVert"/>
          <a:p>
            <a:r>
              <a:rPr lang="en-US" smtClean="0"/>
              <a:t>Click to edit Master title style</a:t>
            </a:r>
            <a:endParaRPr lang="en-US"/>
          </a:p>
        </p:txBody>
      </p:sp>
      <p:sp>
        <p:nvSpPr>
          <p:cNvPr id="1048748" name="Vertical Text Placeholder 2"/>
          <p:cNvSpPr>
            <a:spLocks noGrp="1"/>
          </p:cNvSpPr>
          <p:nvPr>
            <p:ph type="body" orient="vert" idx="1"/>
          </p:nvPr>
        </p:nvSpPr>
        <p:spPr>
          <a:xfrm>
            <a:off x="551280" y="838199"/>
            <a:ext cx="5907840" cy="5181602"/>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9" name="Date Placeholder 3"/>
          <p:cNvSpPr>
            <a:spLocks noGrp="1"/>
          </p:cNvSpPr>
          <p:nvPr>
            <p:ph type="dt" sz="half" idx="10"/>
          </p:nvPr>
        </p:nvSpPr>
        <p:spPr/>
        <p:txBody>
          <a:bodyPr/>
          <a:p>
            <a:fld id="{9061DE72-3804-4CCC-A40C-B6A84535A835}" type="datetimeFigureOut">
              <a:rPr lang="en-US"/>
              <a:t>10/26/2022</a:t>
            </a:fld>
            <a:endParaRPr lang="en-US"/>
          </a:p>
        </p:txBody>
      </p:sp>
      <p:sp>
        <p:nvSpPr>
          <p:cNvPr id="1048750" name="Footer Placeholder 4"/>
          <p:cNvSpPr>
            <a:spLocks noGrp="1"/>
          </p:cNvSpPr>
          <p:nvPr>
            <p:ph type="ftr" sz="quarter" idx="11"/>
          </p:nvPr>
        </p:nvSpPr>
        <p:spPr/>
        <p:txBody>
          <a:bodyPr/>
          <a:p>
            <a:endParaRPr lang="en-US"/>
          </a:p>
        </p:txBody>
      </p:sp>
      <p:sp>
        <p:nvSpPr>
          <p:cNvPr id="1048751" name="Slide Number Placeholder 5"/>
          <p:cNvSpPr>
            <a:spLocks noGrp="1"/>
          </p:cNvSpPr>
          <p:nvPr>
            <p:ph type="sldNum" sz="quarter" idx="12"/>
          </p:nvPr>
        </p:nvSpPr>
        <p:spPr/>
        <p:txBody>
          <a:bodyPr/>
          <a:p>
            <a:fld id="{34B39D50-8020-4BB1-9D08-CDD5BC60F6E7}"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6.pn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2" name=""/>
        <p:cNvGrpSpPr/>
        <p:nvPr/>
      </p:nvGrpSpPr>
      <p:grpSpPr>
        <a:xfrm>
          <a:off x="0" y="0"/>
          <a:ext cx="0" cy="0"/>
          <a:chOff x="0" y="0"/>
          <a:chExt cx="0" cy="0"/>
        </a:xfrm>
      </p:grpSpPr>
      <p:pic>
        <p:nvPicPr>
          <p:cNvPr id="2097152" name="Picture 6" descr="Interior-Overlay.png"/>
          <p:cNvPicPr>
            <a:picLocks noChangeAspect="1"/>
          </p:cNvPicPr>
          <p:nvPr/>
        </p:nvPicPr>
        <p:blipFill>
          <a:blip xmlns:r="http://schemas.openxmlformats.org/officeDocument/2006/relationships" r:embed="rId12">
            <a:lum bright="-10000"/>
          </a:blip>
          <a:srcRect/>
          <a:stretch>
            <a:fillRect/>
          </a:stretch>
        </p:blipFill>
        <p:spPr bwMode="auto">
          <a:xfrm>
            <a:off x="0" y="0"/>
            <a:ext cx="9144000" cy="6858000"/>
          </a:xfrm>
          <a:prstGeom prst="rect"/>
          <a:noFill/>
          <a:ln>
            <a:noFill/>
          </a:ln>
        </p:spPr>
      </p:pic>
      <p:sp>
        <p:nvSpPr>
          <p:cNvPr id="1048576" name="Title Placeholder 1"/>
          <p:cNvSpPr>
            <a:spLocks noGrp="1"/>
          </p:cNvSpPr>
          <p:nvPr>
            <p:ph type="title"/>
          </p:nvPr>
        </p:nvSpPr>
        <p:spPr bwMode="auto">
          <a:xfrm>
            <a:off x="550863" y="436563"/>
            <a:ext cx="8042275" cy="1443037"/>
          </a:xfrm>
          <a:prstGeom prst="rect"/>
          <a:noFill/>
          <a:ln>
            <a:noFill/>
          </a:ln>
        </p:spPr>
        <p:txBody>
          <a:bodyPr anchor="ctr" anchorCtr="0" bIns="45720" compatLnSpc="1" lIns="91440" numCol="1" rIns="91440" tIns="45720" vert="horz" wrap="square">
            <a:prstTxWarp prst="textNoShape"/>
          </a:bodyPr>
          <a:p>
            <a:pPr lvl="0"/>
            <a:r>
              <a:rPr lang="en-US" smtClean="0"/>
              <a:t>Click to edit Master title style</a:t>
            </a:r>
          </a:p>
        </p:txBody>
      </p:sp>
      <p:sp>
        <p:nvSpPr>
          <p:cNvPr id="1048577" name="Text Placeholder 2"/>
          <p:cNvSpPr>
            <a:spLocks noGrp="1"/>
          </p:cNvSpPr>
          <p:nvPr>
            <p:ph type="body" idx="1"/>
          </p:nvPr>
        </p:nvSpPr>
        <p:spPr bwMode="auto">
          <a:xfrm>
            <a:off x="838200" y="2038350"/>
            <a:ext cx="7467600" cy="3951288"/>
          </a:xfrm>
          <a:prstGeom prst="rect"/>
          <a:noFill/>
          <a:ln>
            <a:noFill/>
          </a:ln>
        </p:spPr>
        <p:txBody>
          <a:bodyPr anchor="t" anchorCtr="0" bIns="45720" compatLnSpc="1" lIns="91440" numCol="1" rIns="91440" tIns="45720"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78" name="Date Placeholder 3"/>
          <p:cNvSpPr>
            <a:spLocks noGrp="1"/>
          </p:cNvSpPr>
          <p:nvPr>
            <p:ph type="dt" sz="half" idx="2"/>
          </p:nvPr>
        </p:nvSpPr>
        <p:spPr>
          <a:xfrm>
            <a:off x="550863" y="6148388"/>
            <a:ext cx="2133600" cy="365125"/>
          </a:xfrm>
          <a:prstGeom prst="rect"/>
        </p:spPr>
        <p:txBody>
          <a:bodyPr anchor="ctr" bIns="45720" lIns="91440" rIns="91440" rtlCol="0" tIns="45720" vert="horz"/>
          <a:lstStyle>
            <a:lvl1pPr algn="l" fontAlgn="auto">
              <a:spcBef>
                <a:spcPts val="0"/>
              </a:spcBef>
              <a:spcAft>
                <a:spcPts val="0"/>
              </a:spcAft>
              <a:defRPr b="0" sz="1400" smtClean="0">
                <a:solidFill>
                  <a:schemeClr val="tx1">
                    <a:lumMod val="50000"/>
                    <a:lumOff val="50000"/>
                  </a:schemeClr>
                </a:solidFill>
                <a:latin typeface="Rage Italic" pitchFamily="66" charset="0"/>
                <a:cs typeface="Rage Italic" pitchFamily="66" charset="0"/>
              </a:defRPr>
            </a:lvl1pPr>
          </a:lstStyle>
          <a:p>
            <a:fld id="{F9906451-9C0F-4B05-A2BA-CD6FB35B499D}" type="datetimeFigureOut">
              <a:rPr lang="en-US"/>
              <a:t>10/26/2022</a:t>
            </a:fld>
            <a:endParaRPr lang="en-US"/>
          </a:p>
        </p:txBody>
      </p:sp>
      <p:sp>
        <p:nvSpPr>
          <p:cNvPr id="1048579" name="Footer Placeholder 4"/>
          <p:cNvSpPr>
            <a:spLocks noGrp="1"/>
          </p:cNvSpPr>
          <p:nvPr>
            <p:ph type="ftr" sz="quarter" idx="3"/>
          </p:nvPr>
        </p:nvSpPr>
        <p:spPr>
          <a:xfrm>
            <a:off x="3124200" y="6148388"/>
            <a:ext cx="2895600" cy="365125"/>
          </a:xfrm>
          <a:prstGeom prst="rect"/>
        </p:spPr>
        <p:txBody>
          <a:bodyPr anchor="ctr" bIns="45720" lIns="91440" rIns="91440" rtlCol="0" tIns="45720" vert="horz"/>
          <a:lstStyle>
            <a:lvl1pPr algn="ctr" fontAlgn="auto">
              <a:spcBef>
                <a:spcPts val="0"/>
              </a:spcBef>
              <a:spcAft>
                <a:spcPts val="0"/>
              </a:spcAft>
              <a:defRPr b="0" sz="1400">
                <a:solidFill>
                  <a:schemeClr val="tx1">
                    <a:lumMod val="50000"/>
                    <a:lumOff val="50000"/>
                  </a:schemeClr>
                </a:solidFill>
                <a:latin typeface="Rage Italic" pitchFamily="66" charset="0"/>
                <a:cs typeface="Rage Italic" pitchFamily="66" charset="0"/>
              </a:defRPr>
            </a:lvl1pPr>
          </a:lstStyle>
          <a:p>
            <a:endParaRPr lang="en-US"/>
          </a:p>
        </p:txBody>
      </p:sp>
      <p:sp>
        <p:nvSpPr>
          <p:cNvPr id="1048580" name="Slide Number Placeholder 5"/>
          <p:cNvSpPr>
            <a:spLocks noGrp="1"/>
          </p:cNvSpPr>
          <p:nvPr>
            <p:ph type="sldNum" sz="quarter" idx="4"/>
          </p:nvPr>
        </p:nvSpPr>
        <p:spPr>
          <a:xfrm>
            <a:off x="6459538" y="6148388"/>
            <a:ext cx="2133600" cy="365125"/>
          </a:xfrm>
          <a:prstGeom prst="rect"/>
        </p:spPr>
        <p:txBody>
          <a:bodyPr anchor="ctr" bIns="45720" lIns="91440" rIns="91440" rtlCol="0" tIns="45720" vert="horz"/>
          <a:lstStyle>
            <a:lvl1pPr algn="r" fontAlgn="auto">
              <a:spcBef>
                <a:spcPts val="0"/>
              </a:spcBef>
              <a:spcAft>
                <a:spcPts val="0"/>
              </a:spcAft>
              <a:defRPr b="0" sz="1400" smtClean="0">
                <a:solidFill>
                  <a:schemeClr val="tx1">
                    <a:lumMod val="50000"/>
                    <a:lumOff val="50000"/>
                  </a:schemeClr>
                </a:solidFill>
                <a:latin typeface="Rage Italic" pitchFamily="66" charset="0"/>
                <a:cs typeface="Rage Italic" pitchFamily="66" charset="0"/>
              </a:defRPr>
            </a:lvl1pPr>
          </a:lstStyle>
          <a:p>
            <a:fld id="{41080A71-200F-4CD0-B1B5-C85C72C93666}" type="slidenum">
              <a:rPr lang="en-US"/>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fontAlgn="base" rtl="0">
        <a:spcBef>
          <a:spcPct val="0"/>
        </a:spcBef>
        <a:spcAft>
          <a:spcPct val="0"/>
        </a:spcAft>
        <a:defRPr sz="4800" kern="1200">
          <a:solidFill>
            <a:srgbClr val="262626"/>
          </a:solidFill>
          <a:latin typeface="+mj-lt"/>
          <a:ea typeface="+mj-ea"/>
          <a:cs typeface="+mj-cs"/>
        </a:defRPr>
      </a:lvl1pPr>
      <a:lvl2pPr algn="ctr" defTabSz="457200" fontAlgn="base" rtl="0">
        <a:spcBef>
          <a:spcPct val="0"/>
        </a:spcBef>
        <a:spcAft>
          <a:spcPct val="0"/>
        </a:spcAft>
        <a:defRPr sz="4800">
          <a:solidFill>
            <a:srgbClr val="262626"/>
          </a:solidFill>
          <a:latin typeface="Cambria" pitchFamily="18" charset="0"/>
        </a:defRPr>
      </a:lvl2pPr>
      <a:lvl3pPr algn="ctr" defTabSz="457200" fontAlgn="base" rtl="0">
        <a:spcBef>
          <a:spcPct val="0"/>
        </a:spcBef>
        <a:spcAft>
          <a:spcPct val="0"/>
        </a:spcAft>
        <a:defRPr sz="4800">
          <a:solidFill>
            <a:srgbClr val="262626"/>
          </a:solidFill>
          <a:latin typeface="Cambria" pitchFamily="18" charset="0"/>
        </a:defRPr>
      </a:lvl3pPr>
      <a:lvl4pPr algn="ctr" defTabSz="457200" fontAlgn="base" rtl="0">
        <a:spcBef>
          <a:spcPct val="0"/>
        </a:spcBef>
        <a:spcAft>
          <a:spcPct val="0"/>
        </a:spcAft>
        <a:defRPr sz="4800">
          <a:solidFill>
            <a:srgbClr val="262626"/>
          </a:solidFill>
          <a:latin typeface="Cambria" pitchFamily="18" charset="0"/>
        </a:defRPr>
      </a:lvl4pPr>
      <a:lvl5pPr algn="ctr" defTabSz="457200" fontAlgn="base" rtl="0">
        <a:spcBef>
          <a:spcPct val="0"/>
        </a:spcBef>
        <a:spcAft>
          <a:spcPct val="0"/>
        </a:spcAft>
        <a:defRPr sz="4800">
          <a:solidFill>
            <a:srgbClr val="262626"/>
          </a:solidFill>
          <a:latin typeface="Cambria" pitchFamily="18"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fontAlgn="base" indent="-228600" marL="228600" rtl="0">
        <a:spcBef>
          <a:spcPct val="20000"/>
        </a:spcBef>
        <a:spcAft>
          <a:spcPct val="0"/>
        </a:spcAft>
        <a:buClr>
          <a:schemeClr val="accent1"/>
        </a:buClr>
        <a:buSzPct val="95000"/>
        <a:buFont typeface="Rage Italic" pitchFamily="66" charset="0"/>
        <a:buChar char="0"/>
        <a:defRPr sz="2400" kern="1200">
          <a:solidFill>
            <a:srgbClr val="404040"/>
          </a:solidFill>
          <a:latin typeface="+mn-lt"/>
          <a:ea typeface="+mn-ea"/>
          <a:cs typeface="+mn-cs"/>
        </a:defRPr>
      </a:lvl1pPr>
      <a:lvl2pPr algn="l" defTabSz="457200" fontAlgn="base" indent="-228600" marL="557213" rtl="0">
        <a:spcBef>
          <a:spcPct val="20000"/>
        </a:spcBef>
        <a:spcAft>
          <a:spcPct val="0"/>
        </a:spcAft>
        <a:buClr>
          <a:schemeClr val="accent1"/>
        </a:buClr>
        <a:buSzPct val="95000"/>
        <a:buFont typeface="Rage Italic" pitchFamily="66" charset="0"/>
        <a:buChar char="0"/>
        <a:defRPr sz="2200" kern="1200">
          <a:solidFill>
            <a:srgbClr val="404040"/>
          </a:solidFill>
          <a:latin typeface="+mn-lt"/>
          <a:ea typeface="+mn-ea"/>
          <a:cs typeface="+mn-cs"/>
        </a:defRPr>
      </a:lvl2pPr>
      <a:lvl3pPr algn="l" defTabSz="457200" fontAlgn="base" indent="-182563" marL="822325" rtl="0">
        <a:spcBef>
          <a:spcPct val="20000"/>
        </a:spcBef>
        <a:spcAft>
          <a:spcPct val="0"/>
        </a:spcAft>
        <a:buClr>
          <a:schemeClr val="accent1"/>
        </a:buClr>
        <a:buSzPct val="95000"/>
        <a:buFont typeface="Rage Italic" pitchFamily="66" charset="0"/>
        <a:buChar char="0"/>
        <a:defRPr sz="2000" kern="1200">
          <a:solidFill>
            <a:srgbClr val="404040"/>
          </a:solidFill>
          <a:latin typeface="+mn-lt"/>
          <a:ea typeface="+mn-ea"/>
          <a:cs typeface="+mn-cs"/>
        </a:defRPr>
      </a:lvl3pPr>
      <a:lvl4pPr algn="l" defTabSz="457200" fontAlgn="base" indent="-182563" marL="1096963" rtl="0">
        <a:spcBef>
          <a:spcPct val="20000"/>
        </a:spcBef>
        <a:spcAft>
          <a:spcPct val="0"/>
        </a:spcAft>
        <a:buClr>
          <a:schemeClr val="accent1"/>
        </a:buClr>
        <a:buSzPct val="95000"/>
        <a:buFont typeface="Rage Italic" pitchFamily="66" charset="0"/>
        <a:buChar char="0"/>
        <a:defRPr sz="1600" kern="1200">
          <a:solidFill>
            <a:srgbClr val="404040"/>
          </a:solidFill>
          <a:latin typeface="+mn-lt"/>
          <a:ea typeface="+mn-ea"/>
          <a:cs typeface="+mn-cs"/>
        </a:defRPr>
      </a:lvl4pPr>
      <a:lvl5pPr algn="l" defTabSz="457200" fontAlgn="base" indent="-182563" marL="1416050" rtl="0">
        <a:spcBef>
          <a:spcPct val="20000"/>
        </a:spcBef>
        <a:spcAft>
          <a:spcPct val="0"/>
        </a:spcAft>
        <a:buClr>
          <a:schemeClr val="accent1"/>
        </a:buClr>
        <a:buSzPct val="95000"/>
        <a:buFont typeface="Rage Italic" pitchFamily="66" charset="0"/>
        <a:buChar char="0"/>
        <a:defRPr sz="1400" kern="1200">
          <a:solidFill>
            <a:srgbClr val="404040"/>
          </a:solidFill>
          <a:latin typeface="+mn-lt"/>
          <a:ea typeface="+mn-ea"/>
          <a:cs typeface="+mn-cs"/>
        </a:defRPr>
      </a:lvl5pPr>
      <a:lvl6pPr algn="l" defTabSz="457200" eaLnBrk="1" hangingPunct="1" indent="-182880" latinLnBrk="0" marL="1645920" rtl="0">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6pPr>
      <a:lvl7pPr algn="l" defTabSz="457200" eaLnBrk="1" hangingPunct="1" indent="-182880" latinLnBrk="0" marL="1920240" rtl="0">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7pPr>
      <a:lvl8pPr algn="l" defTabSz="457200" eaLnBrk="1" hangingPunct="1" indent="-182880" latinLnBrk="0" marL="2194560" rtl="0">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8pPr>
      <a:lvl9pPr algn="l" defTabSz="457200" eaLnBrk="1" hangingPunct="1" indent="-182880" latinLnBrk="0" marL="2468880" rtl="0">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diagramLayout" Target="../diagrams/layout1.xml"/><Relationship Id="rId2" Type="http://schemas.openxmlformats.org/officeDocument/2006/relationships/diagramData" Target="../diagrams/data1.xml"/><Relationship Id="rId3" Type="http://schemas.microsoft.com/office/2007/relationships/diagramDrawing" Target="../diagrams/drawing1.xml"/><Relationship Id="rId4" Type="http://schemas.openxmlformats.org/officeDocument/2006/relationships/diagramColors" Target="../diagrams/colors1.xml"/><Relationship Id="rId5" Type="http://schemas.openxmlformats.org/officeDocument/2006/relationships/diagramQuickStyle" Target="../diagrams/quickStyle1.xml"/><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diagramLayout" Target="../diagrams/layout2.xml"/><Relationship Id="rId2" Type="http://schemas.openxmlformats.org/officeDocument/2006/relationships/diagramData" Target="../diagrams/data2.xml"/><Relationship Id="rId3" Type="http://schemas.microsoft.com/office/2007/relationships/diagramDrawing" Target="../diagrams/drawing2.xml"/><Relationship Id="rId4" Type="http://schemas.openxmlformats.org/officeDocument/2006/relationships/diagramColors" Target="../diagrams/colors2.xml"/><Relationship Id="rId5" Type="http://schemas.openxmlformats.org/officeDocument/2006/relationships/diagramQuickStyle" Target="../diagrams/quickStyle2.xml"/><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diagramLayout" Target="../diagrams/layout3.xml"/><Relationship Id="rId2" Type="http://schemas.openxmlformats.org/officeDocument/2006/relationships/diagramData" Target="../diagrams/data3.xml"/><Relationship Id="rId3" Type="http://schemas.microsoft.com/office/2007/relationships/diagramDrawing" Target="../diagrams/drawing3.xml"/><Relationship Id="rId4" Type="http://schemas.openxmlformats.org/officeDocument/2006/relationships/diagramColors" Target="../diagrams/colors3.xml"/><Relationship Id="rId5" Type="http://schemas.openxmlformats.org/officeDocument/2006/relationships/diagramQuickStyle" Target="../diagrams/quickStyle3.xml"/><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diagramLayout" Target="../diagrams/layout4.xml"/><Relationship Id="rId2" Type="http://schemas.openxmlformats.org/officeDocument/2006/relationships/diagramData" Target="../diagrams/data4.xml"/><Relationship Id="rId3" Type="http://schemas.microsoft.com/office/2007/relationships/diagramDrawing" Target="../diagrams/drawing4.xml"/><Relationship Id="rId4" Type="http://schemas.openxmlformats.org/officeDocument/2006/relationships/diagramColors" Target="../diagrams/colors4.xml"/><Relationship Id="rId5" Type="http://schemas.openxmlformats.org/officeDocument/2006/relationships/diagramQuickStyle" Target="../diagrams/quickStyle4.xml"/><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diagramLayout" Target="../diagrams/layout5.xml"/><Relationship Id="rId2" Type="http://schemas.openxmlformats.org/officeDocument/2006/relationships/diagramData" Target="../diagrams/data5.xml"/><Relationship Id="rId3" Type="http://schemas.microsoft.com/office/2007/relationships/diagramDrawing" Target="../diagrams/drawing5.xml"/><Relationship Id="rId4" Type="http://schemas.openxmlformats.org/officeDocument/2006/relationships/diagramColors" Target="../diagrams/colors5.xml"/><Relationship Id="rId5" Type="http://schemas.openxmlformats.org/officeDocument/2006/relationships/diagramQuickStyle" Target="../diagrams/quickStyle5.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diagramLayout" Target="../diagrams/layout6.xml"/><Relationship Id="rId2" Type="http://schemas.openxmlformats.org/officeDocument/2006/relationships/diagramData" Target="../diagrams/data6.xml"/><Relationship Id="rId3" Type="http://schemas.microsoft.com/office/2007/relationships/diagramDrawing" Target="../diagrams/drawing6.xml"/><Relationship Id="rId4" Type="http://schemas.openxmlformats.org/officeDocument/2006/relationships/diagramColors" Target="../diagrams/colors6.xml"/><Relationship Id="rId5" Type="http://schemas.openxmlformats.org/officeDocument/2006/relationships/diagramQuickStyle" Target="../diagrams/quickStyle6.xml"/><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diagramLayout" Target="../diagrams/layout7.xml"/><Relationship Id="rId2" Type="http://schemas.openxmlformats.org/officeDocument/2006/relationships/diagramData" Target="../diagrams/data7.xml"/><Relationship Id="rId3" Type="http://schemas.microsoft.com/office/2007/relationships/diagramDrawing" Target="../diagrams/drawing7.xml"/><Relationship Id="rId4" Type="http://schemas.openxmlformats.org/officeDocument/2006/relationships/diagramColors" Target="../diagrams/colors7.xml"/><Relationship Id="rId5" Type="http://schemas.openxmlformats.org/officeDocument/2006/relationships/diagramQuickStyle" Target="../diagrams/quickStyle7.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diagramLayout" Target="../diagrams/layout8.xml"/><Relationship Id="rId2" Type="http://schemas.openxmlformats.org/officeDocument/2006/relationships/diagramData" Target="../diagrams/data8.xml"/><Relationship Id="rId3" Type="http://schemas.microsoft.com/office/2007/relationships/diagramDrawing" Target="../diagrams/drawing8.xml"/><Relationship Id="rId4" Type="http://schemas.openxmlformats.org/officeDocument/2006/relationships/diagramColors" Target="../diagrams/colors8.xml"/><Relationship Id="rId5" Type="http://schemas.openxmlformats.org/officeDocument/2006/relationships/diagramQuickStyle" Target="../diagrams/quickStyle8.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diagramLayout" Target="../diagrams/layout9.xml"/><Relationship Id="rId2" Type="http://schemas.openxmlformats.org/officeDocument/2006/relationships/diagramData" Target="../diagrams/data9.xml"/><Relationship Id="rId3" Type="http://schemas.microsoft.com/office/2007/relationships/diagramDrawing" Target="../diagrams/drawing9.xml"/><Relationship Id="rId4" Type="http://schemas.openxmlformats.org/officeDocument/2006/relationships/diagramColors" Target="../diagrams/colors9.xml"/><Relationship Id="rId5" Type="http://schemas.openxmlformats.org/officeDocument/2006/relationships/diagramQuickStyle" Target="../diagrams/quickStyle9.xml"/><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diagramLayout" Target="../diagrams/layout10.xml"/><Relationship Id="rId2" Type="http://schemas.openxmlformats.org/officeDocument/2006/relationships/diagramData" Target="../diagrams/data10.xml"/><Relationship Id="rId3" Type="http://schemas.microsoft.com/office/2007/relationships/diagramDrawing" Target="../diagrams/drawing10.xml"/><Relationship Id="rId4" Type="http://schemas.openxmlformats.org/officeDocument/2006/relationships/diagramColors" Target="../diagrams/colors10.xml"/><Relationship Id="rId5" Type="http://schemas.openxmlformats.org/officeDocument/2006/relationships/diagramQuickStyle" Target="../diagrams/quickStyle10.xml"/><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diagramLayout" Target="../diagrams/layout11.xml"/><Relationship Id="rId2" Type="http://schemas.openxmlformats.org/officeDocument/2006/relationships/diagramData" Target="../diagrams/data11.xml"/><Relationship Id="rId3" Type="http://schemas.microsoft.com/office/2007/relationships/diagramDrawing" Target="../diagrams/drawing11.xml"/><Relationship Id="rId4" Type="http://schemas.openxmlformats.org/officeDocument/2006/relationships/diagramColors" Target="../diagrams/colors11.xml"/><Relationship Id="rId5" Type="http://schemas.openxmlformats.org/officeDocument/2006/relationships/diagramQuickStyle" Target="../diagrams/quickStyle11.xml"/><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diagramLayout" Target="../diagrams/layout12.xml"/><Relationship Id="rId2" Type="http://schemas.openxmlformats.org/officeDocument/2006/relationships/diagramData" Target="../diagrams/data12.xml"/><Relationship Id="rId3" Type="http://schemas.microsoft.com/office/2007/relationships/diagramDrawing" Target="../diagrams/drawing12.xml"/><Relationship Id="rId4" Type="http://schemas.openxmlformats.org/officeDocument/2006/relationships/diagramColors" Target="../diagrams/colors12.xml"/><Relationship Id="rId5" Type="http://schemas.openxmlformats.org/officeDocument/2006/relationships/diagramQuickStyle" Target="../diagrams/quickStyle12.xml"/><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diagramLayout" Target="../diagrams/layout13.xml"/><Relationship Id="rId2" Type="http://schemas.openxmlformats.org/officeDocument/2006/relationships/diagramData" Target="../diagrams/data13.xml"/><Relationship Id="rId3" Type="http://schemas.microsoft.com/office/2007/relationships/diagramDrawing" Target="../diagrams/drawing13.xml"/><Relationship Id="rId4" Type="http://schemas.openxmlformats.org/officeDocument/2006/relationships/diagramColors" Target="../diagrams/colors13.xml"/><Relationship Id="rId5" Type="http://schemas.openxmlformats.org/officeDocument/2006/relationships/diagramQuickStyle" Target="../diagrams/quickStyle13.xml"/><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diagramLayout" Target="../diagrams/layout14.xml"/><Relationship Id="rId2" Type="http://schemas.openxmlformats.org/officeDocument/2006/relationships/diagramData" Target="../diagrams/data14.xml"/><Relationship Id="rId3" Type="http://schemas.microsoft.com/office/2007/relationships/diagramDrawing" Target="../diagrams/drawing14.xml"/><Relationship Id="rId4" Type="http://schemas.openxmlformats.org/officeDocument/2006/relationships/diagramColors" Target="../diagrams/colors14.xml"/><Relationship Id="rId5" Type="http://schemas.openxmlformats.org/officeDocument/2006/relationships/diagramQuickStyle" Target="../diagrams/quickStyle14.xml"/><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diagramLayout" Target="../diagrams/layout15.xml"/><Relationship Id="rId2" Type="http://schemas.openxmlformats.org/officeDocument/2006/relationships/diagramData" Target="../diagrams/data15.xml"/><Relationship Id="rId3" Type="http://schemas.microsoft.com/office/2007/relationships/diagramDrawing" Target="../diagrams/drawing15.xml"/><Relationship Id="rId4" Type="http://schemas.openxmlformats.org/officeDocument/2006/relationships/diagramColors" Target="../diagrams/colors15.xml"/><Relationship Id="rId5" Type="http://schemas.openxmlformats.org/officeDocument/2006/relationships/diagramQuickStyle" Target="../diagrams/quickStyle15.xml"/><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diagramLayout" Target="../diagrams/layout16.xml"/><Relationship Id="rId2" Type="http://schemas.openxmlformats.org/officeDocument/2006/relationships/diagramData" Target="../diagrams/data16.xml"/><Relationship Id="rId3" Type="http://schemas.microsoft.com/office/2007/relationships/diagramDrawing" Target="../diagrams/drawing16.xml"/><Relationship Id="rId4" Type="http://schemas.openxmlformats.org/officeDocument/2006/relationships/diagramColors" Target="../diagrams/colors16.xml"/><Relationship Id="rId5" Type="http://schemas.openxmlformats.org/officeDocument/2006/relationships/diagramQuickStyle" Target="../diagrams/quickStyle16.xml"/><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diagramLayout" Target="../diagrams/layout17.xml"/><Relationship Id="rId2" Type="http://schemas.openxmlformats.org/officeDocument/2006/relationships/diagramData" Target="../diagrams/data17.xml"/><Relationship Id="rId3" Type="http://schemas.microsoft.com/office/2007/relationships/diagramDrawing" Target="../diagrams/drawing17.xml"/><Relationship Id="rId4" Type="http://schemas.openxmlformats.org/officeDocument/2006/relationships/diagramColors" Target="../diagrams/colors17.xml"/><Relationship Id="rId5" Type="http://schemas.openxmlformats.org/officeDocument/2006/relationships/diagramQuickStyle" Target="../diagrams/quickStyle17.xml"/><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8" name="Title 3"/>
          <p:cNvSpPr>
            <a:spLocks noGrp="1"/>
          </p:cNvSpPr>
          <p:nvPr>
            <p:ph type="ctrTitle"/>
          </p:nvPr>
        </p:nvSpPr>
        <p:spPr>
          <a:xfrm rot="360000">
            <a:off x="3340100" y="3016250"/>
            <a:ext cx="4846638" cy="1598613"/>
          </a:xfrm>
        </p:spPr>
        <p:txBody>
          <a:bodyPr rtlCol="0">
            <a:noAutofit/>
          </a:bodyPr>
          <a:p>
            <a:pPr fontAlgn="auto">
              <a:spcAft>
                <a:spcPts val="0"/>
              </a:spcAft>
            </a:pPr>
            <a:r>
              <a:rPr dirty="0" lang="en-US" smtClean="0"/>
              <a:t>How To Write An Essay</a:t>
            </a:r>
            <a:endParaRPr dirty="0" lang="en-US"/>
          </a:p>
        </p:txBody>
      </p:sp>
      <p:sp>
        <p:nvSpPr>
          <p:cNvPr id="1048589" name="Subtitle 4"/>
          <p:cNvSpPr>
            <a:spLocks noGrp="1"/>
          </p:cNvSpPr>
          <p:nvPr>
            <p:ph type="subTitle" idx="1"/>
          </p:nvPr>
        </p:nvSpPr>
        <p:spPr>
          <a:xfrm rot="360000">
            <a:off x="3200400" y="4767263"/>
            <a:ext cx="4837113" cy="1039812"/>
          </a:xfrm>
        </p:spPr>
        <p:txBody>
          <a:bodyPr/>
          <a:p>
            <a:r>
              <a:rPr dirty="0" lang="en-US" smtClean="0"/>
              <a:t>Essay Format, Introductions, Body, Conclusions, Thesis Statements, and Topic Sentences</a:t>
            </a:r>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590" name="Title 3"/>
          <p:cNvSpPr>
            <a:spLocks noGrp="1"/>
          </p:cNvSpPr>
          <p:nvPr>
            <p:ph type="ctrTitle"/>
          </p:nvPr>
        </p:nvSpPr>
        <p:spPr>
          <a:xfrm rot="360000">
            <a:off x="3340100" y="3016250"/>
            <a:ext cx="4846638" cy="1598613"/>
          </a:xfrm>
        </p:spPr>
        <p:txBody>
          <a:bodyPr rtlCol="0">
            <a:noAutofit/>
          </a:bodyPr>
          <a:p>
            <a:pPr fontAlgn="auto">
              <a:spcAft>
                <a:spcPts val="0"/>
              </a:spcAft>
            </a:pPr>
            <a:r>
              <a:rPr dirty="0" lang="en-US" smtClean="0"/>
              <a:t>How To Write An Essay</a:t>
            </a:r>
            <a:endParaRPr dirty="0" lang="en-US"/>
          </a:p>
        </p:txBody>
      </p:sp>
      <p:sp>
        <p:nvSpPr>
          <p:cNvPr id="1048591" name="Subtitle 4"/>
          <p:cNvSpPr>
            <a:spLocks noGrp="1"/>
          </p:cNvSpPr>
          <p:nvPr>
            <p:ph type="subTitle" idx="1"/>
          </p:nvPr>
        </p:nvSpPr>
        <p:spPr>
          <a:xfrm rot="360000">
            <a:off x="3200400" y="4767263"/>
            <a:ext cx="4837113" cy="1039812"/>
          </a:xfrm>
        </p:spPr>
        <p:txBody>
          <a:bodyPr/>
          <a:p>
            <a:r>
              <a:rPr dirty="0" lang="en-US" smtClean="0"/>
              <a:t>Essay Format, Introductions, Body, Conclusions, Thesis Statements, and Topic Sentences</a:t>
            </a:r>
          </a:p>
        </p:txBody>
      </p:sp>
    </p:spTree>
  </p:cSld>
  <p:clrMapOvr>
    <a:masterClrMapping/>
  </p:clrMapOvr>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597" name="Title 1"/>
          <p:cNvSpPr>
            <a:spLocks noGrp="1"/>
          </p:cNvSpPr>
          <p:nvPr>
            <p:ph type="title"/>
          </p:nvPr>
        </p:nvSpPr>
        <p:spPr>
          <a:xfrm>
            <a:off x="612775" y="228600"/>
            <a:ext cx="8153400" cy="990600"/>
          </a:xfrm>
        </p:spPr>
        <p:txBody>
          <a:bodyPr/>
          <a:p>
            <a:r>
              <a:rPr dirty="0" lang="en-US" smtClean="0"/>
              <a:t>Paragraph Structure</a:t>
            </a:r>
            <a:endParaRPr dirty="0" lang="en-US" smtClean="0"/>
          </a:p>
        </p:txBody>
      </p:sp>
      <p:graphicFrame>
        <p:nvGraphicFramePr>
          <p:cNvPr id="4194304"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598" name="TextBox 7"/>
          <p:cNvSpPr txBox="1">
            <a:spLocks noChangeArrowheads="1"/>
          </p:cNvSpPr>
          <p:nvPr/>
        </p:nvSpPr>
        <p:spPr bwMode="auto">
          <a:xfrm>
            <a:off x="1905000" y="2895600"/>
            <a:ext cx="5068985" cy="646331"/>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v"/>
            </a:pPr>
            <a:r>
              <a:rPr dirty="0" sz="3600" lang="en-US" smtClean="0">
                <a:latin typeface="Tw Cen MT" pitchFamily="34" charset="0"/>
              </a:rPr>
              <a:t>What is a </a:t>
            </a:r>
            <a:r>
              <a:rPr dirty="0" sz="3600" lang="en-US" smtClean="0">
                <a:solidFill>
                  <a:srgbClr val="262626"/>
                </a:solidFill>
                <a:latin typeface="+mj-lt"/>
                <a:ea typeface="+mj-ea"/>
                <a:cs typeface="+mj-cs"/>
              </a:rPr>
              <a:t>paragraph?</a:t>
            </a:r>
            <a:r>
              <a:rPr dirty="0" sz="3600" lang="en-US" smtClean="0">
                <a:latin typeface="Tw Cen MT" pitchFamily="34" charset="0"/>
              </a:rPr>
              <a:t> </a:t>
            </a:r>
            <a:endParaRPr dirty="0" sz="3600" lang="en-US">
              <a:latin typeface="Tw Cen MT" pitchFamily="34" charset="0"/>
            </a:endParaRPr>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02" name="Title 1"/>
          <p:cNvSpPr>
            <a:spLocks noGrp="1"/>
          </p:cNvSpPr>
          <p:nvPr>
            <p:ph type="title"/>
          </p:nvPr>
        </p:nvSpPr>
        <p:spPr>
          <a:xfrm>
            <a:off x="612775" y="228600"/>
            <a:ext cx="8153400" cy="990600"/>
          </a:xfrm>
        </p:spPr>
        <p:txBody>
          <a:bodyPr/>
          <a:p>
            <a:r>
              <a:rPr dirty="0" lang="en-US" smtClean="0"/>
              <a:t>Paragraph Structure</a:t>
            </a:r>
            <a:endParaRPr dirty="0" lang="en-US" smtClean="0"/>
          </a:p>
        </p:txBody>
      </p:sp>
      <p:graphicFrame>
        <p:nvGraphicFramePr>
          <p:cNvPr id="4194305"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03" name="TextBox 7"/>
          <p:cNvSpPr txBox="1">
            <a:spLocks noChangeArrowheads="1"/>
          </p:cNvSpPr>
          <p:nvPr/>
        </p:nvSpPr>
        <p:spPr bwMode="auto">
          <a:xfrm>
            <a:off x="685800" y="1981200"/>
            <a:ext cx="8229600" cy="3063240"/>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571500" marL="571500">
              <a:buFont typeface="Wingdings" pitchFamily="2" charset="2"/>
              <a:buChar char="Ø"/>
            </a:pPr>
            <a:r>
              <a:rPr dirty="0" sz="3600" lang="en-US" smtClean="0">
                <a:solidFill>
                  <a:schemeClr val="accent1"/>
                </a:solidFill>
                <a:latin typeface="Times New Roman" pitchFamily="18" charset="0"/>
                <a:cs typeface="Times New Roman" pitchFamily="18" charset="0"/>
              </a:rPr>
              <a:t>A paragraph </a:t>
            </a:r>
            <a:r>
              <a:rPr dirty="0" sz="2000" lang="en-US" smtClean="0">
                <a:latin typeface="Times New Roman" pitchFamily="18" charset="0"/>
                <a:cs typeface="Times New Roman" pitchFamily="18" charset="0"/>
              </a:rPr>
              <a:t>is a group of related sentences that discuss one (and usually only one) main idea. A paragraph can be as short as one sentence or as long as ten </a:t>
            </a:r>
            <a:r>
              <a:rPr dirty="0" sz="2000" lang="en-US" err="1" smtClean="0">
                <a:latin typeface="Times New Roman" pitchFamily="18" charset="0"/>
                <a:cs typeface="Times New Roman" pitchFamily="18" charset="0"/>
              </a:rPr>
              <a:t>sentences.The</a:t>
            </a:r>
            <a:r>
              <a:rPr dirty="0" sz="2000" lang="en-US" smtClean="0">
                <a:latin typeface="Times New Roman" pitchFamily="18" charset="0"/>
                <a:cs typeface="Times New Roman" pitchFamily="18" charset="0"/>
              </a:rPr>
              <a:t> number of sentences is unimportant; however, the paragraph should be long enough to develop the main idea clearly.</a:t>
            </a:r>
          </a:p>
          <a:p>
            <a:endParaRPr dirty="0" sz="2000" lang="en-US" smtClean="0">
              <a:latin typeface="Times New Roman" pitchFamily="18" charset="0"/>
              <a:cs typeface="Times New Roman" pitchFamily="18" charset="0"/>
            </a:endParaRPr>
          </a:p>
          <a:p>
            <a:pPr indent="-285750" marL="285750">
              <a:buFont typeface="Wingdings" pitchFamily="2" charset="2"/>
              <a:buChar char="Ø"/>
            </a:pPr>
            <a:r>
              <a:rPr dirty="0" sz="2000" lang="en-US" smtClean="0">
                <a:latin typeface="Times New Roman" pitchFamily="18" charset="0"/>
                <a:cs typeface="Times New Roman" pitchFamily="18" charset="0"/>
              </a:rPr>
              <a:t>We mark a paragraph by indenting the first word about a half inch (five spaces on a typewriter or computer) from the left margin.</a:t>
            </a:r>
            <a:endParaRPr dirty="0" sz="2000" lang="en-US">
              <a:latin typeface="Times New Roman" pitchFamily="18" charset="0"/>
              <a:cs typeface="Times New Roman" pitchFamily="18" charset="0"/>
            </a:endParaRPr>
          </a:p>
        </p:txBody>
      </p:sp>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07" name="Title 1"/>
          <p:cNvSpPr>
            <a:spLocks noGrp="1"/>
          </p:cNvSpPr>
          <p:nvPr>
            <p:ph type="title"/>
          </p:nvPr>
        </p:nvSpPr>
        <p:spPr>
          <a:xfrm>
            <a:off x="612775" y="228600"/>
            <a:ext cx="8153400" cy="990600"/>
          </a:xfrm>
        </p:spPr>
        <p:txBody>
          <a:bodyPr/>
          <a:p>
            <a:r>
              <a:rPr dirty="0" lang="en-US" smtClean="0"/>
              <a:t>Paragraph Structure</a:t>
            </a:r>
            <a:endParaRPr dirty="0" lang="en-US" smtClean="0"/>
          </a:p>
        </p:txBody>
      </p:sp>
      <p:graphicFrame>
        <p:nvGraphicFramePr>
          <p:cNvPr id="4194306"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08" name="TextBox 7"/>
          <p:cNvSpPr txBox="1">
            <a:spLocks noChangeArrowheads="1"/>
          </p:cNvSpPr>
          <p:nvPr/>
        </p:nvSpPr>
        <p:spPr bwMode="auto">
          <a:xfrm>
            <a:off x="685800" y="1981200"/>
            <a:ext cx="8229600" cy="1692771"/>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algn="ctr"/>
            <a:r>
              <a:rPr b="1" dirty="0" sz="2400" lang="en-US" smtClean="0">
                <a:solidFill>
                  <a:srgbClr val="C00000"/>
                </a:solidFill>
                <a:latin typeface="Times New Roman" pitchFamily="18" charset="0"/>
                <a:cs typeface="Times New Roman" pitchFamily="18" charset="0"/>
              </a:rPr>
              <a:t>The parts of a paragraph</a:t>
            </a:r>
          </a:p>
          <a:p>
            <a:pPr algn="ctr"/>
            <a:endParaRPr dirty="0" sz="2000" lang="en-US">
              <a:latin typeface="Times New Roman" pitchFamily="18" charset="0"/>
              <a:cs typeface="Times New Roman" pitchFamily="18" charset="0"/>
            </a:endParaRPr>
          </a:p>
          <a:p>
            <a:pPr algn="ctr"/>
            <a:endParaRPr dirty="0" sz="2000" lang="en-US" smtClean="0">
              <a:latin typeface="Times New Roman" pitchFamily="18" charset="0"/>
              <a:cs typeface="Times New Roman" pitchFamily="18" charset="0"/>
            </a:endParaRPr>
          </a:p>
          <a:p>
            <a:pPr algn="ctr"/>
            <a:endParaRPr dirty="0" sz="2000" lang="en-US" smtClean="0">
              <a:latin typeface="Times New Roman" pitchFamily="18" charset="0"/>
              <a:cs typeface="Times New Roman" pitchFamily="18" charset="0"/>
            </a:endParaRPr>
          </a:p>
          <a:p>
            <a:pPr indent="-342900" marL="342900">
              <a:buFont typeface="Wingdings" pitchFamily="2" charset="2"/>
              <a:buChar char="Ø"/>
            </a:pPr>
            <a:r>
              <a:rPr dirty="0" sz="2000" lang="en-US" smtClean="0">
                <a:latin typeface="Times New Roman" pitchFamily="18" charset="0"/>
                <a:cs typeface="Times New Roman" pitchFamily="18" charset="0"/>
              </a:rPr>
              <a:t>What are the parts of a paragraph?</a:t>
            </a:r>
            <a:endParaRPr dirty="0" sz="2000" lang="en-US">
              <a:latin typeface="Times New Roman" pitchFamily="18" charset="0"/>
              <a:cs typeface="Times New Roman" pitchFamily="18" charset="0"/>
            </a:endParaRPr>
          </a:p>
        </p:txBody>
      </p:sp>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12" name="Title 1"/>
          <p:cNvSpPr>
            <a:spLocks noGrp="1"/>
          </p:cNvSpPr>
          <p:nvPr>
            <p:ph type="title"/>
          </p:nvPr>
        </p:nvSpPr>
        <p:spPr>
          <a:xfrm>
            <a:off x="612775" y="228600"/>
            <a:ext cx="8153400" cy="990600"/>
          </a:xfrm>
        </p:spPr>
        <p:txBody>
          <a:bodyPr/>
          <a:p>
            <a:r>
              <a:rPr dirty="0" lang="en-US">
                <a:solidFill>
                  <a:schemeClr val="tx1"/>
                </a:solidFill>
                <a:latin typeface="Times New Roman" pitchFamily="18" charset="0"/>
                <a:ea typeface="+mn-ea"/>
                <a:cs typeface="Times New Roman" pitchFamily="18" charset="0"/>
              </a:rPr>
              <a:t>Paragraph Structure</a:t>
            </a:r>
          </a:p>
        </p:txBody>
      </p:sp>
      <p:graphicFrame>
        <p:nvGraphicFramePr>
          <p:cNvPr id="4194307" name="Content Placeholder 3"/>
          <p:cNvGraphicFramePr>
            <a:graphicFrameLocks noGrp="1"/>
          </p:cNvGraphicFramePr>
          <p:nvPr>
            <p:ph idx="1"/>
          </p:nvPr>
        </p:nvGraphicFramePr>
        <p:xfrm>
          <a:off x="571500" y="1485900"/>
          <a:ext cx="8153400" cy="50673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13" name="Isosceles Triangle 4"/>
          <p:cNvSpPr/>
          <p:nvPr/>
        </p:nvSpPr>
        <p:spPr>
          <a:xfrm>
            <a:off x="3429000" y="5105400"/>
            <a:ext cx="1219200" cy="1371600"/>
          </a:xfrm>
          <a:prstGeom prst="triangle"/>
        </p:spPr>
        <p:style>
          <a:lnRef idx="0">
            <a:schemeClr val="accent1"/>
          </a:lnRef>
          <a:fillRef idx="3">
            <a:schemeClr val="accent1"/>
          </a:fillRef>
          <a:effectRef idx="3">
            <a:schemeClr val="accent1"/>
          </a:effectRef>
          <a:fontRef idx="minor">
            <a:schemeClr val="lt1"/>
          </a:fontRef>
        </p:style>
        <p:txBody>
          <a:bodyPr anchor="ctr"/>
          <a:p>
            <a:pPr algn="ctr" fontAlgn="auto">
              <a:spcBef>
                <a:spcPts val="0"/>
              </a:spcBef>
              <a:spcAft>
                <a:spcPts val="0"/>
              </a:spcAft>
            </a:pPr>
            <a:endParaRPr dirty="0" lang="en-US"/>
          </a:p>
        </p:txBody>
      </p:sp>
      <p:sp>
        <p:nvSpPr>
          <p:cNvPr id="1048614" name="Isosceles Triangle 5"/>
          <p:cNvSpPr/>
          <p:nvPr/>
        </p:nvSpPr>
        <p:spPr>
          <a:xfrm rot="10800000">
            <a:off x="3429000" y="1981200"/>
            <a:ext cx="1219200" cy="1219200"/>
          </a:xfrm>
          <a:prstGeom prst="triangle"/>
        </p:spPr>
        <p:style>
          <a:lnRef idx="0">
            <a:schemeClr val="accent3"/>
          </a:lnRef>
          <a:fillRef idx="3">
            <a:schemeClr val="accent3"/>
          </a:fillRef>
          <a:effectRef idx="3">
            <a:schemeClr val="accent3"/>
          </a:effectRef>
          <a:fontRef idx="minor">
            <a:schemeClr val="lt1"/>
          </a:fontRef>
        </p:style>
        <p:txBody>
          <a:bodyPr anchor="ctr"/>
          <a:p>
            <a:pPr algn="ctr" fontAlgn="auto">
              <a:spcBef>
                <a:spcPts val="0"/>
              </a:spcBef>
              <a:spcAft>
                <a:spcPts val="0"/>
              </a:spcAft>
            </a:pPr>
            <a:endParaRPr dirty="0" lang="en-US"/>
          </a:p>
        </p:txBody>
      </p:sp>
      <p:sp>
        <p:nvSpPr>
          <p:cNvPr id="1048615" name="Rectangle 6"/>
          <p:cNvSpPr/>
          <p:nvPr/>
        </p:nvSpPr>
        <p:spPr>
          <a:xfrm>
            <a:off x="3429000" y="3352800"/>
            <a:ext cx="1219200" cy="1752600"/>
          </a:xfrm>
          <a:prstGeom prst="rect"/>
        </p:spPr>
        <p:style>
          <a:lnRef idx="0">
            <a:schemeClr val="accent2"/>
          </a:lnRef>
          <a:fillRef idx="3">
            <a:schemeClr val="accent2"/>
          </a:fillRef>
          <a:effectRef idx="3">
            <a:schemeClr val="accent2"/>
          </a:effectRef>
          <a:fontRef idx="minor">
            <a:schemeClr val="lt1"/>
          </a:fontRef>
        </p:style>
        <p:txBody>
          <a:bodyPr anchor="ctr"/>
          <a:p>
            <a:pPr algn="ctr" fontAlgn="auto">
              <a:spcBef>
                <a:spcPts val="0"/>
              </a:spcBef>
              <a:spcAft>
                <a:spcPts val="0"/>
              </a:spcAft>
            </a:pPr>
            <a:endParaRPr dirty="0" lang="en-US"/>
          </a:p>
        </p:txBody>
      </p:sp>
      <p:sp>
        <p:nvSpPr>
          <p:cNvPr id="1048616" name="TextBox 7"/>
          <p:cNvSpPr txBox="1">
            <a:spLocks noChangeArrowheads="1"/>
          </p:cNvSpPr>
          <p:nvPr/>
        </p:nvSpPr>
        <p:spPr bwMode="auto">
          <a:xfrm>
            <a:off x="5001405" y="2362200"/>
            <a:ext cx="1598451"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imes New Roman" pitchFamily="18" charset="0"/>
                <a:cs typeface="Times New Roman" pitchFamily="18" charset="0"/>
              </a:rPr>
              <a:t>T</a:t>
            </a:r>
            <a:r>
              <a:rPr dirty="0" lang="en-US" smtClean="0">
                <a:latin typeface="Times New Roman" pitchFamily="18" charset="0"/>
                <a:cs typeface="Times New Roman" pitchFamily="18" charset="0"/>
              </a:rPr>
              <a:t>opic </a:t>
            </a:r>
            <a:r>
              <a:rPr dirty="0" lang="en-US">
                <a:latin typeface="Times New Roman" pitchFamily="18" charset="0"/>
                <a:cs typeface="Times New Roman" pitchFamily="18" charset="0"/>
              </a:rPr>
              <a:t>S</a:t>
            </a:r>
            <a:r>
              <a:rPr dirty="0" lang="en-US" smtClean="0">
                <a:latin typeface="Times New Roman" pitchFamily="18" charset="0"/>
                <a:cs typeface="Times New Roman" pitchFamily="18" charset="0"/>
              </a:rPr>
              <a:t>entence</a:t>
            </a:r>
            <a:endParaRPr dirty="0" lang="en-US">
              <a:latin typeface="Times New Roman" pitchFamily="18" charset="0"/>
              <a:cs typeface="Times New Roman" pitchFamily="18" charset="0"/>
            </a:endParaRPr>
          </a:p>
        </p:txBody>
      </p:sp>
      <p:sp>
        <p:nvSpPr>
          <p:cNvPr id="1048617" name="TextBox 8"/>
          <p:cNvSpPr txBox="1">
            <a:spLocks noChangeArrowheads="1"/>
          </p:cNvSpPr>
          <p:nvPr/>
        </p:nvSpPr>
        <p:spPr bwMode="auto">
          <a:xfrm>
            <a:off x="4876800" y="3733800"/>
            <a:ext cx="2194832"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imes New Roman" pitchFamily="18" charset="0"/>
                <a:cs typeface="Times New Roman" pitchFamily="18" charset="0"/>
              </a:rPr>
              <a:t>Supporting Sentences</a:t>
            </a:r>
          </a:p>
        </p:txBody>
      </p:sp>
      <p:sp>
        <p:nvSpPr>
          <p:cNvPr id="1048618" name="TextBox 9"/>
          <p:cNvSpPr txBox="1">
            <a:spLocks noChangeArrowheads="1"/>
          </p:cNvSpPr>
          <p:nvPr/>
        </p:nvSpPr>
        <p:spPr bwMode="auto">
          <a:xfrm>
            <a:off x="5001405" y="5595144"/>
            <a:ext cx="2140330"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imes New Roman" pitchFamily="18" charset="0"/>
                <a:cs typeface="Times New Roman" pitchFamily="18" charset="0"/>
              </a:rPr>
              <a:t>Concluding Sentence</a:t>
            </a:r>
          </a:p>
        </p:txBody>
      </p:sp>
      <p:sp>
        <p:nvSpPr>
          <p:cNvPr id="1048619" name="Oval 10"/>
          <p:cNvSpPr/>
          <p:nvPr/>
        </p:nvSpPr>
        <p:spPr>
          <a:xfrm>
            <a:off x="3962400" y="3200400"/>
            <a:ext cx="152400" cy="152400"/>
          </a:xfrm>
          <a:prstGeom prst="ellipse"/>
        </p:spPr>
        <p:style>
          <a:lnRef idx="0">
            <a:schemeClr val="accent4"/>
          </a:lnRef>
          <a:fillRef idx="3">
            <a:schemeClr val="accent4"/>
          </a:fillRef>
          <a:effectRef idx="3">
            <a:schemeClr val="accent4"/>
          </a:effectRef>
          <a:fontRef idx="minor">
            <a:schemeClr val="lt1"/>
          </a:fontRef>
        </p:style>
        <p:txBody>
          <a:bodyPr anchor="ctr"/>
          <a:p>
            <a:pPr algn="ctr" fontAlgn="auto">
              <a:spcBef>
                <a:spcPts val="0"/>
              </a:spcBef>
              <a:spcAft>
                <a:spcPts val="0"/>
              </a:spcAft>
            </a:pPr>
            <a:endParaRPr dirty="0" lang="en-US"/>
          </a:p>
        </p:txBody>
      </p:sp>
      <p:sp>
        <p:nvSpPr>
          <p:cNvPr id="1048620" name="TextBox 7"/>
          <p:cNvSpPr txBox="1">
            <a:spLocks noChangeArrowheads="1"/>
          </p:cNvSpPr>
          <p:nvPr/>
        </p:nvSpPr>
        <p:spPr bwMode="auto">
          <a:xfrm>
            <a:off x="1128712" y="1535112"/>
            <a:ext cx="6643688" cy="400110"/>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ü"/>
            </a:pPr>
            <a:r>
              <a:rPr dirty="0" sz="2000" lang="en-US">
                <a:latin typeface="Times New Roman" pitchFamily="18" charset="0"/>
                <a:cs typeface="Times New Roman" pitchFamily="18" charset="0"/>
              </a:rPr>
              <a:t>All paragraphs have a</a:t>
            </a:r>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24" name="Title 1"/>
          <p:cNvSpPr>
            <a:spLocks noGrp="1"/>
          </p:cNvSpPr>
          <p:nvPr>
            <p:ph type="title"/>
          </p:nvPr>
        </p:nvSpPr>
        <p:spPr>
          <a:xfrm>
            <a:off x="612775" y="228600"/>
            <a:ext cx="8153400" cy="990600"/>
          </a:xfrm>
        </p:spPr>
        <p:txBody>
          <a:bodyPr/>
          <a:p>
            <a:r>
              <a:rPr dirty="0" lang="en-US">
                <a:solidFill>
                  <a:schemeClr val="tx1"/>
                </a:solidFill>
                <a:latin typeface="Times New Roman" pitchFamily="18" charset="0"/>
                <a:ea typeface="+mn-ea"/>
                <a:cs typeface="Times New Roman" pitchFamily="18" charset="0"/>
              </a:rPr>
              <a:t>Paragraph Structure</a:t>
            </a:r>
          </a:p>
        </p:txBody>
      </p:sp>
      <p:graphicFrame>
        <p:nvGraphicFramePr>
          <p:cNvPr id="4194308" name="Content Placeholder 3"/>
          <p:cNvGraphicFramePr>
            <a:graphicFrameLocks noGrp="1"/>
          </p:cNvGraphicFramePr>
          <p:nvPr>
            <p:ph idx="1"/>
          </p:nvPr>
        </p:nvGraphicFramePr>
        <p:xfrm>
          <a:off x="571500" y="1485900"/>
          <a:ext cx="8153400" cy="50673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25" name="Isosceles Triangle 5"/>
          <p:cNvSpPr/>
          <p:nvPr/>
        </p:nvSpPr>
        <p:spPr>
          <a:xfrm rot="10800000">
            <a:off x="990601" y="1981200"/>
            <a:ext cx="1219200" cy="1219200"/>
          </a:xfrm>
          <a:prstGeom prst="triangle"/>
        </p:spPr>
        <p:style>
          <a:lnRef idx="0">
            <a:schemeClr val="accent3"/>
          </a:lnRef>
          <a:fillRef idx="3">
            <a:schemeClr val="accent3"/>
          </a:fillRef>
          <a:effectRef idx="3">
            <a:schemeClr val="accent3"/>
          </a:effectRef>
          <a:fontRef idx="minor">
            <a:schemeClr val="lt1"/>
          </a:fontRef>
        </p:style>
        <p:txBody>
          <a:bodyPr anchor="ctr"/>
          <a:p>
            <a:pPr algn="ctr" fontAlgn="auto">
              <a:spcBef>
                <a:spcPts val="0"/>
              </a:spcBef>
              <a:spcAft>
                <a:spcPts val="0"/>
              </a:spcAft>
            </a:pPr>
            <a:endParaRPr dirty="0" lang="en-US"/>
          </a:p>
        </p:txBody>
      </p:sp>
      <p:sp>
        <p:nvSpPr>
          <p:cNvPr id="1048626" name="TextBox 7"/>
          <p:cNvSpPr txBox="1">
            <a:spLocks noChangeArrowheads="1"/>
          </p:cNvSpPr>
          <p:nvPr/>
        </p:nvSpPr>
        <p:spPr bwMode="auto">
          <a:xfrm>
            <a:off x="2057400" y="2057400"/>
            <a:ext cx="6934200" cy="3539430"/>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ü"/>
            </a:pPr>
            <a:r>
              <a:rPr dirty="0" lang="en-US" smtClean="0">
                <a:latin typeface="Times New Roman" pitchFamily="18" charset="0"/>
                <a:cs typeface="Times New Roman" pitchFamily="18" charset="0"/>
              </a:rPr>
              <a:t>   The </a:t>
            </a:r>
            <a:r>
              <a:rPr b="1" dirty="0" lang="en-US" smtClean="0">
                <a:solidFill>
                  <a:srgbClr val="C00000"/>
                </a:solidFill>
                <a:latin typeface="Times New Roman" pitchFamily="18" charset="0"/>
                <a:cs typeface="Times New Roman" pitchFamily="18" charset="0"/>
              </a:rPr>
              <a:t>topic </a:t>
            </a:r>
            <a:r>
              <a:rPr b="1" dirty="0" lang="en-US">
                <a:solidFill>
                  <a:srgbClr val="C00000"/>
                </a:solidFill>
                <a:latin typeface="Times New Roman" pitchFamily="18" charset="0"/>
                <a:cs typeface="Times New Roman" pitchFamily="18" charset="0"/>
              </a:rPr>
              <a:t>s</a:t>
            </a:r>
            <a:r>
              <a:rPr b="1" dirty="0" lang="en-US" smtClean="0">
                <a:solidFill>
                  <a:srgbClr val="C00000"/>
                </a:solidFill>
                <a:latin typeface="Times New Roman" pitchFamily="18" charset="0"/>
                <a:cs typeface="Times New Roman" pitchFamily="18" charset="0"/>
              </a:rPr>
              <a:t>entence </a:t>
            </a:r>
            <a:r>
              <a:rPr dirty="0" lang="en-US" smtClean="0">
                <a:latin typeface="Times New Roman" pitchFamily="18" charset="0"/>
                <a:cs typeface="Times New Roman" pitchFamily="18" charset="0"/>
              </a:rPr>
              <a:t>states the main idea of the paragraph. It not only names the topic of the paragraph, but it also limits the topic to one specific area that can be discussed completely in the space of a single paragraph. The part of the topic sentence that announces the specific area to be discussed is called the </a:t>
            </a:r>
            <a:r>
              <a:rPr b="1" dirty="0" lang="en-US" smtClean="0">
                <a:latin typeface="Times New Roman" pitchFamily="18" charset="0"/>
                <a:cs typeface="Times New Roman" pitchFamily="18" charset="0"/>
              </a:rPr>
              <a:t>controlling idea</a:t>
            </a:r>
            <a:r>
              <a:rPr dirty="0" lang="en-US" smtClean="0">
                <a:latin typeface="Times New Roman" pitchFamily="18" charset="0"/>
                <a:cs typeface="Times New Roman" pitchFamily="18" charset="0"/>
              </a:rPr>
              <a:t>.</a:t>
            </a:r>
          </a:p>
          <a:p>
            <a:pPr indent="-285750" marL="285750">
              <a:buFont typeface="Wingdings" pitchFamily="2" charset="2"/>
              <a:buChar char="ü"/>
            </a:pPr>
            <a:r>
              <a:rPr dirty="0" lang="en-US" smtClean="0">
                <a:latin typeface="Times New Roman" pitchFamily="18" charset="0"/>
                <a:cs typeface="Times New Roman" pitchFamily="18" charset="0"/>
              </a:rPr>
              <a:t>A topic sentence is the most important sentence in a paragraph. It briefly indicates what the paragraph is going to discuss.</a:t>
            </a:r>
          </a:p>
          <a:p>
            <a:pPr indent="-285750" marL="285750">
              <a:buFont typeface="Wingdings" pitchFamily="2" charset="2"/>
              <a:buChar char="ü"/>
            </a:pPr>
            <a:r>
              <a:rPr dirty="0" lang="en-US" smtClean="0">
                <a:latin typeface="Times New Roman" pitchFamily="18" charset="0"/>
                <a:cs typeface="Times New Roman" pitchFamily="18" charset="0"/>
              </a:rPr>
              <a:t>Notice how the </a:t>
            </a:r>
            <a:r>
              <a:rPr dirty="0" lang="en-US" smtClean="0">
                <a:solidFill>
                  <a:srgbClr val="C00000"/>
                </a:solidFill>
                <a:latin typeface="Times New Roman" pitchFamily="18" charset="0"/>
                <a:cs typeface="Times New Roman" pitchFamily="18" charset="0"/>
              </a:rPr>
              <a:t>topic sentence </a:t>
            </a:r>
            <a:r>
              <a:rPr dirty="0" lang="en-US" smtClean="0">
                <a:latin typeface="Times New Roman" pitchFamily="18" charset="0"/>
                <a:cs typeface="Times New Roman" pitchFamily="18" charset="0"/>
              </a:rPr>
              <a:t>of the model states both the topic and the controlling idea:</a:t>
            </a:r>
          </a:p>
          <a:p>
            <a:endParaRPr dirty="0" lang="en-US" smtClean="0">
              <a:latin typeface="Times New Roman" pitchFamily="18" charset="0"/>
              <a:cs typeface="Times New Roman" pitchFamily="18" charset="0"/>
            </a:endParaRPr>
          </a:p>
          <a:p>
            <a:endParaRPr dirty="0" lang="en-US" smtClean="0">
              <a:latin typeface="Times New Roman" pitchFamily="18" charset="0"/>
              <a:cs typeface="Times New Roman" pitchFamily="18" charset="0"/>
            </a:endParaRPr>
          </a:p>
          <a:p>
            <a:r>
              <a:rPr baseline="0" b="0" dirty="0" sz="800" i="0" lang="en-US" strike="noStrike" u="none" smtClean="0">
                <a:latin typeface="Arial"/>
              </a:rPr>
              <a:t>       </a:t>
            </a:r>
            <a:r>
              <a:rPr baseline="0" b="0" dirty="0" sz="800" i="0" lang="en-US" strike="noStrike" smtClean="0">
                <a:solidFill>
                  <a:srgbClr val="FF0000"/>
                </a:solidFill>
                <a:latin typeface="Arial"/>
              </a:rPr>
              <a:t>Topic  </a:t>
            </a:r>
            <a:r>
              <a:rPr baseline="0" b="0" dirty="0" sz="800" i="0" lang="en-US" strike="noStrike" u="none" smtClean="0">
                <a:latin typeface="Arial"/>
              </a:rPr>
              <a:t>                                                                                                                                   </a:t>
            </a:r>
            <a:r>
              <a:rPr baseline="0" b="0" dirty="0" sz="800" i="0" lang="en-US" strike="noStrike" u="none" smtClean="0">
                <a:solidFill>
                  <a:srgbClr val="FF0000"/>
                </a:solidFill>
                <a:latin typeface="Arial"/>
              </a:rPr>
              <a:t>TOPIC CONTROLLING IDEA</a:t>
            </a:r>
          </a:p>
          <a:p>
            <a:r>
              <a:rPr dirty="0" lang="en-US" u="sng" smtClean="0">
                <a:latin typeface="Arial"/>
              </a:rPr>
              <a:t>Gold</a:t>
            </a:r>
            <a:r>
              <a:rPr dirty="0" lang="en-US" smtClean="0">
                <a:latin typeface="Arial"/>
              </a:rPr>
              <a:t>, </a:t>
            </a:r>
            <a:r>
              <a:rPr baseline="0" b="0" dirty="0" i="0" lang="en-US" strike="noStrike" u="none" smtClean="0">
                <a:latin typeface="Arial"/>
              </a:rPr>
              <a:t>a precious metal, is prized for </a:t>
            </a:r>
            <a:r>
              <a:rPr baseline="0" b="0" dirty="0" i="0" lang="en-US" strike="noStrike" u="sng" smtClean="0">
                <a:latin typeface="Arial"/>
              </a:rPr>
              <a:t>two important</a:t>
            </a:r>
            <a:r>
              <a:rPr dirty="0" lang="en-US" u="sng">
                <a:latin typeface="Arial"/>
              </a:rPr>
              <a:t> </a:t>
            </a:r>
            <a:r>
              <a:rPr baseline="0" b="0" dirty="0" i="0" lang="en-US" strike="noStrike" u="sng" smtClean="0">
                <a:latin typeface="Arial"/>
              </a:rPr>
              <a:t>characteristics</a:t>
            </a:r>
            <a:r>
              <a:rPr baseline="0" b="0" dirty="0" i="0" lang="en-US" strike="noStrike" u="none" smtClean="0">
                <a:latin typeface="Arial"/>
              </a:rPr>
              <a:t>.</a:t>
            </a:r>
            <a:endParaRPr dirty="0" lang="en-US">
              <a:latin typeface="Times New Roman" pitchFamily="18" charset="0"/>
              <a:cs typeface="Times New Roman" pitchFamily="18" charset="0"/>
            </a:endParaRPr>
          </a:p>
        </p:txBody>
      </p:sp>
      <p:sp>
        <p:nvSpPr>
          <p:cNvPr id="1048627" name="Oval 10"/>
          <p:cNvSpPr/>
          <p:nvPr/>
        </p:nvSpPr>
        <p:spPr>
          <a:xfrm>
            <a:off x="1524000" y="3238850"/>
            <a:ext cx="152400" cy="152400"/>
          </a:xfrm>
          <a:prstGeom prst="ellipse"/>
        </p:spPr>
        <p:style>
          <a:lnRef idx="0">
            <a:schemeClr val="accent4"/>
          </a:lnRef>
          <a:fillRef idx="3">
            <a:schemeClr val="accent4"/>
          </a:fillRef>
          <a:effectRef idx="3">
            <a:schemeClr val="accent4"/>
          </a:effectRef>
          <a:fontRef idx="minor">
            <a:schemeClr val="lt1"/>
          </a:fontRef>
        </p:style>
        <p:txBody>
          <a:bodyPr anchor="ctr"/>
          <a:p>
            <a:pPr algn="ctr" fontAlgn="auto">
              <a:spcBef>
                <a:spcPts val="0"/>
              </a:spcBef>
              <a:spcAft>
                <a:spcPts val="0"/>
              </a:spcAft>
            </a:pPr>
            <a:endParaRPr dirty="0" lang="en-US"/>
          </a:p>
        </p:txBody>
      </p:sp>
      <p:sp>
        <p:nvSpPr>
          <p:cNvPr id="1048628" name="TextBox 7"/>
          <p:cNvSpPr txBox="1">
            <a:spLocks noChangeArrowheads="1"/>
          </p:cNvSpPr>
          <p:nvPr/>
        </p:nvSpPr>
        <p:spPr bwMode="auto">
          <a:xfrm>
            <a:off x="1128712" y="1535112"/>
            <a:ext cx="6643688" cy="400110"/>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ü"/>
            </a:pPr>
            <a:r>
              <a:rPr dirty="0" sz="2000" lang="en-US">
                <a:latin typeface="Times New Roman" pitchFamily="18" charset="0"/>
                <a:cs typeface="Times New Roman" pitchFamily="18" charset="0"/>
              </a:rPr>
              <a:t>All paragraphs have a</a:t>
            </a:r>
          </a:p>
        </p:txBody>
      </p:sp>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32" name="Title 1"/>
          <p:cNvSpPr>
            <a:spLocks noGrp="1"/>
          </p:cNvSpPr>
          <p:nvPr>
            <p:ph type="title"/>
          </p:nvPr>
        </p:nvSpPr>
        <p:spPr>
          <a:xfrm>
            <a:off x="612775" y="228600"/>
            <a:ext cx="8153400" cy="990600"/>
          </a:xfrm>
        </p:spPr>
        <p:txBody>
          <a:bodyPr/>
          <a:p>
            <a:r>
              <a:rPr dirty="0" lang="en-US" smtClean="0"/>
              <a:t>Paragraph Structure</a:t>
            </a:r>
            <a:endParaRPr dirty="0" lang="en-US" smtClean="0"/>
          </a:p>
        </p:txBody>
      </p:sp>
      <p:graphicFrame>
        <p:nvGraphicFramePr>
          <p:cNvPr id="4194309"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33" name="Rectangle 6"/>
          <p:cNvSpPr/>
          <p:nvPr/>
        </p:nvSpPr>
        <p:spPr>
          <a:xfrm>
            <a:off x="1066800" y="2819400"/>
            <a:ext cx="1219200" cy="1752600"/>
          </a:xfrm>
          <a:prstGeom prst="rect"/>
        </p:spPr>
        <p:style>
          <a:lnRef idx="0">
            <a:schemeClr val="accent2"/>
          </a:lnRef>
          <a:fillRef idx="3">
            <a:schemeClr val="accent2"/>
          </a:fillRef>
          <a:effectRef idx="3">
            <a:schemeClr val="accent2"/>
          </a:effectRef>
          <a:fontRef idx="minor">
            <a:schemeClr val="lt1"/>
          </a:fontRef>
        </p:style>
        <p:txBody>
          <a:bodyPr anchor="ctr"/>
          <a:p>
            <a:pPr algn="ctr" fontAlgn="auto">
              <a:spcBef>
                <a:spcPts val="0"/>
              </a:spcBef>
              <a:spcAft>
                <a:spcPts val="0"/>
              </a:spcAft>
            </a:pPr>
            <a:endParaRPr dirty="0" lang="en-US"/>
          </a:p>
        </p:txBody>
      </p:sp>
      <p:sp>
        <p:nvSpPr>
          <p:cNvPr id="1048634" name="TextBox 8"/>
          <p:cNvSpPr txBox="1">
            <a:spLocks noChangeArrowheads="1"/>
          </p:cNvSpPr>
          <p:nvPr/>
        </p:nvSpPr>
        <p:spPr bwMode="auto">
          <a:xfrm>
            <a:off x="2362200" y="1905000"/>
            <a:ext cx="6447640" cy="3970318"/>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ü"/>
            </a:pPr>
            <a:r>
              <a:rPr dirty="0" lang="en-US" smtClean="0">
                <a:solidFill>
                  <a:srgbClr val="C00000"/>
                </a:solidFill>
                <a:latin typeface="Times New Roman" pitchFamily="18" charset="0"/>
                <a:cs typeface="Times New Roman" pitchFamily="18" charset="0"/>
              </a:rPr>
              <a:t>Supporting sentences </a:t>
            </a:r>
            <a:r>
              <a:rPr dirty="0" lang="en-US" smtClean="0">
                <a:latin typeface="Times New Roman" pitchFamily="18" charset="0"/>
                <a:cs typeface="Times New Roman" pitchFamily="18" charset="0"/>
              </a:rPr>
              <a:t>develop the topic </a:t>
            </a:r>
            <a:r>
              <a:rPr dirty="0" lang="en-US" err="1" smtClean="0">
                <a:latin typeface="Times New Roman" pitchFamily="18" charset="0"/>
                <a:cs typeface="Times New Roman" pitchFamily="18" charset="0"/>
              </a:rPr>
              <a:t>sentence.That</a:t>
            </a:r>
            <a:r>
              <a:rPr dirty="0" lang="en-US" smtClean="0">
                <a:latin typeface="Times New Roman" pitchFamily="18" charset="0"/>
                <a:cs typeface="Times New Roman" pitchFamily="18" charset="0"/>
              </a:rPr>
              <a:t> is, they explain or prove the topic sentence by giving more information about it. In other words, these are sentences talk about or </a:t>
            </a:r>
            <a:r>
              <a:rPr dirty="0" lang="en-US" err="1" smtClean="0">
                <a:latin typeface="Times New Roman" pitchFamily="18" charset="0"/>
                <a:cs typeface="Times New Roman" pitchFamily="18" charset="0"/>
              </a:rPr>
              <a:t>or</a:t>
            </a:r>
            <a:r>
              <a:rPr dirty="0" lang="en-US" smtClean="0">
                <a:latin typeface="Times New Roman" pitchFamily="18" charset="0"/>
                <a:cs typeface="Times New Roman" pitchFamily="18" charset="0"/>
              </a:rPr>
              <a:t> explain the topic sentence. They are more detailed ideas that follow the topic sentence. Following are some of the</a:t>
            </a:r>
          </a:p>
          <a:p>
            <a:r>
              <a:rPr dirty="0" lang="en-US" smtClean="0">
                <a:latin typeface="Times New Roman" pitchFamily="18" charset="0"/>
                <a:cs typeface="Times New Roman" pitchFamily="18" charset="0"/>
              </a:rPr>
              <a:t>supporting sentences that explain the topic sentence about gold.</a:t>
            </a:r>
          </a:p>
          <a:p>
            <a:endParaRPr dirty="0" lang="en-US" smtClean="0">
              <a:latin typeface="Times New Roman" pitchFamily="18" charset="0"/>
              <a:cs typeface="Times New Roman" pitchFamily="18" charset="0"/>
            </a:endParaRPr>
          </a:p>
          <a:p>
            <a:r>
              <a:rPr dirty="0" lang="en-US" smtClean="0">
                <a:latin typeface="Times New Roman" pitchFamily="18" charset="0"/>
                <a:cs typeface="Times New Roman" pitchFamily="18" charset="0"/>
              </a:rPr>
              <a:t>First of all, gold has a glowing beauty that is resistant to corrosion.</a:t>
            </a:r>
          </a:p>
          <a:p>
            <a:r>
              <a:rPr dirty="0" lang="en-US" smtClean="0">
                <a:latin typeface="Times New Roman" pitchFamily="18" charset="0"/>
                <a:cs typeface="Times New Roman" pitchFamily="18" charset="0"/>
              </a:rPr>
              <a:t>For example, a Macedonian coin remains as untarnished today as the day it was made 25 centuries ago.</a:t>
            </a:r>
          </a:p>
          <a:p>
            <a:r>
              <a:rPr dirty="0" lang="en-US" smtClean="0">
                <a:latin typeface="Times New Roman" pitchFamily="18" charset="0"/>
                <a:cs typeface="Times New Roman" pitchFamily="18" charset="0"/>
              </a:rPr>
              <a:t>Another important characteristic of gold is its usefulness to industry and science.</a:t>
            </a:r>
          </a:p>
          <a:p>
            <a:r>
              <a:rPr dirty="0" lang="en-US" smtClean="0">
                <a:latin typeface="Times New Roman" pitchFamily="18" charset="0"/>
                <a:cs typeface="Times New Roman" pitchFamily="18" charset="0"/>
              </a:rPr>
              <a:t>The most recent use of gold is in astronauts' suits.</a:t>
            </a:r>
          </a:p>
          <a:p>
            <a:pPr indent="-285750" marL="285750">
              <a:buFont typeface="Wingdings" pitchFamily="2" charset="2"/>
              <a:buChar char="ü"/>
            </a:pPr>
            <a:endParaRPr dirty="0" lang="en-US">
              <a:latin typeface="Times New Roman" pitchFamily="18" charset="0"/>
              <a:cs typeface="Times New Roman" pitchFamily="18" charset="0"/>
            </a:endParaRPr>
          </a:p>
        </p:txBody>
      </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38" name="Title 1"/>
          <p:cNvSpPr>
            <a:spLocks noGrp="1"/>
          </p:cNvSpPr>
          <p:nvPr>
            <p:ph type="title"/>
          </p:nvPr>
        </p:nvSpPr>
        <p:spPr>
          <a:xfrm>
            <a:off x="612775" y="228600"/>
            <a:ext cx="8153400" cy="990600"/>
          </a:xfrm>
        </p:spPr>
        <p:txBody>
          <a:bodyPr/>
          <a:p>
            <a:r>
              <a:rPr dirty="0" lang="en-US" smtClean="0"/>
              <a:t>Paragraph Structure</a:t>
            </a:r>
            <a:endParaRPr dirty="0" lang="en-US" smtClean="0"/>
          </a:p>
        </p:txBody>
      </p:sp>
      <p:graphicFrame>
        <p:nvGraphicFramePr>
          <p:cNvPr id="4194310"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39" name="Isosceles Triangle 4"/>
          <p:cNvSpPr/>
          <p:nvPr/>
        </p:nvSpPr>
        <p:spPr>
          <a:xfrm>
            <a:off x="609600" y="4572000"/>
            <a:ext cx="1219200" cy="1371600"/>
          </a:xfrm>
          <a:prstGeom prst="triangle"/>
        </p:spPr>
        <p:style>
          <a:lnRef idx="0">
            <a:schemeClr val="accent1"/>
          </a:lnRef>
          <a:fillRef idx="3">
            <a:schemeClr val="accent1"/>
          </a:fillRef>
          <a:effectRef idx="3">
            <a:schemeClr val="accent1"/>
          </a:effectRef>
          <a:fontRef idx="minor">
            <a:schemeClr val="lt1"/>
          </a:fontRef>
        </p:style>
        <p:txBody>
          <a:bodyPr anchor="ctr"/>
          <a:p>
            <a:pPr algn="ctr" fontAlgn="auto">
              <a:spcBef>
                <a:spcPts val="0"/>
              </a:spcBef>
              <a:spcAft>
                <a:spcPts val="0"/>
              </a:spcAft>
            </a:pPr>
            <a:endParaRPr dirty="0" lang="en-US"/>
          </a:p>
        </p:txBody>
      </p:sp>
      <p:sp>
        <p:nvSpPr>
          <p:cNvPr id="1048640" name="TextBox 9"/>
          <p:cNvSpPr txBox="1">
            <a:spLocks noChangeArrowheads="1"/>
          </p:cNvSpPr>
          <p:nvPr/>
        </p:nvSpPr>
        <p:spPr bwMode="auto">
          <a:xfrm>
            <a:off x="1676401" y="1981200"/>
            <a:ext cx="7315200" cy="4247317"/>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smtClean="0">
                <a:latin typeface="Times New Roman" pitchFamily="18" charset="0"/>
                <a:cs typeface="Times New Roman" pitchFamily="18" charset="0"/>
              </a:rPr>
              <a:t>The </a:t>
            </a:r>
            <a:r>
              <a:rPr b="1" dirty="0" lang="en-US" smtClean="0">
                <a:solidFill>
                  <a:srgbClr val="C00000"/>
                </a:solidFill>
                <a:latin typeface="Times New Roman" pitchFamily="18" charset="0"/>
                <a:cs typeface="Times New Roman" pitchFamily="18" charset="0"/>
              </a:rPr>
              <a:t>concluding sentence </a:t>
            </a:r>
            <a:r>
              <a:rPr dirty="0" lang="en-US" smtClean="0">
                <a:latin typeface="Times New Roman" pitchFamily="18" charset="0"/>
                <a:cs typeface="Times New Roman" pitchFamily="18" charset="0"/>
              </a:rPr>
              <a:t>signals the end of the paragraph and leaves the reader with important points to remember:</a:t>
            </a:r>
          </a:p>
          <a:p>
            <a:endParaRPr dirty="0" lang="en-US" smtClean="0">
              <a:latin typeface="Times New Roman" pitchFamily="18" charset="0"/>
              <a:cs typeface="Times New Roman" pitchFamily="18" charset="0"/>
            </a:endParaRPr>
          </a:p>
          <a:p>
            <a:r>
              <a:rPr dirty="0" lang="en-US" smtClean="0">
                <a:latin typeface="Times New Roman" pitchFamily="18" charset="0"/>
                <a:cs typeface="Times New Roman" pitchFamily="18" charset="0"/>
              </a:rPr>
              <a:t>In conclusion, gold is treasured not only for its beauty but also for its utility.</a:t>
            </a:r>
          </a:p>
          <a:p>
            <a:endParaRPr dirty="0" lang="en-US" smtClean="0">
              <a:latin typeface="Times New Roman" pitchFamily="18" charset="0"/>
              <a:cs typeface="Times New Roman" pitchFamily="18" charset="0"/>
            </a:endParaRPr>
          </a:p>
          <a:p>
            <a:r>
              <a:rPr dirty="0" lang="en-US" smtClean="0">
                <a:latin typeface="Times New Roman" pitchFamily="18" charset="0"/>
                <a:cs typeface="Times New Roman" pitchFamily="18" charset="0"/>
              </a:rPr>
              <a:t>Concluding sentences are customary for stand-alone paragraphs. However, paragraphs that are parts of a longer piece of writing usually do not need concluding sentences.</a:t>
            </a:r>
          </a:p>
          <a:p>
            <a:pPr indent="-285750" marL="285750">
              <a:buFont typeface="Wingdings" pitchFamily="2" charset="2"/>
              <a:buChar char="ü"/>
            </a:pPr>
            <a:r>
              <a:rPr dirty="0" lang="en-US" smtClean="0">
                <a:latin typeface="Times New Roman" pitchFamily="18" charset="0"/>
                <a:cs typeface="Times New Roman" pitchFamily="18" charset="0"/>
              </a:rPr>
              <a:t>A concluding sentence </a:t>
            </a:r>
            <a:r>
              <a:rPr dirty="0" lang="en-US" smtClean="0">
                <a:solidFill>
                  <a:srgbClr val="C00000"/>
                </a:solidFill>
                <a:latin typeface="Times New Roman" pitchFamily="18" charset="0"/>
                <a:cs typeface="Times New Roman" pitchFamily="18" charset="0"/>
              </a:rPr>
              <a:t>serves two purposes</a:t>
            </a:r>
            <a:r>
              <a:rPr dirty="0" lang="en-US" smtClean="0">
                <a:latin typeface="Times New Roman" pitchFamily="18" charset="0"/>
                <a:cs typeface="Times New Roman" pitchFamily="18" charset="0"/>
              </a:rPr>
              <a:t>:</a:t>
            </a:r>
          </a:p>
          <a:p>
            <a:r>
              <a:rPr dirty="0" lang="en-US" smtClean="0">
                <a:latin typeface="Times New Roman" pitchFamily="18" charset="0"/>
                <a:cs typeface="Times New Roman" pitchFamily="18" charset="0"/>
              </a:rPr>
              <a:t>1. It signals the end of the paragraph.</a:t>
            </a:r>
          </a:p>
          <a:p>
            <a:r>
              <a:rPr dirty="0" lang="en-US" smtClean="0">
                <a:latin typeface="Times New Roman" pitchFamily="18" charset="0"/>
                <a:cs typeface="Times New Roman" pitchFamily="18" charset="0"/>
              </a:rPr>
              <a:t>2. It leaves the reader with the most important ideas to remember. It can do</a:t>
            </a:r>
          </a:p>
          <a:p>
            <a:r>
              <a:rPr dirty="0" lang="en-US" smtClean="0">
                <a:latin typeface="Times New Roman" pitchFamily="18" charset="0"/>
                <a:cs typeface="Times New Roman" pitchFamily="18" charset="0"/>
              </a:rPr>
              <a:t>this in two ways:</a:t>
            </a:r>
          </a:p>
          <a:p>
            <a:r>
              <a:rPr dirty="0" lang="en-US" smtClean="0">
                <a:latin typeface="Times New Roman" pitchFamily="18" charset="0"/>
                <a:cs typeface="Times New Roman" pitchFamily="18" charset="0"/>
              </a:rPr>
              <a:t> • By </a:t>
            </a:r>
            <a:r>
              <a:rPr dirty="0" lang="en-US" err="1" smtClean="0">
                <a:latin typeface="Times New Roman" pitchFamily="18" charset="0"/>
                <a:cs typeface="Times New Roman" pitchFamily="18" charset="0"/>
              </a:rPr>
              <a:t>summmizing</a:t>
            </a:r>
            <a:r>
              <a:rPr dirty="0" lang="en-US" smtClean="0">
                <a:latin typeface="Times New Roman" pitchFamily="18" charset="0"/>
                <a:cs typeface="Times New Roman" pitchFamily="18" charset="0"/>
              </a:rPr>
              <a:t> the main points of the paragraph</a:t>
            </a:r>
          </a:p>
          <a:p>
            <a:r>
              <a:rPr dirty="0" lang="en-US" smtClean="0">
                <a:latin typeface="Times New Roman" pitchFamily="18" charset="0"/>
                <a:cs typeface="Times New Roman" pitchFamily="18" charset="0"/>
              </a:rPr>
              <a:t> OR</a:t>
            </a:r>
          </a:p>
          <a:p>
            <a:r>
              <a:rPr dirty="0" lang="en-US" smtClean="0">
                <a:latin typeface="Times New Roman" pitchFamily="18" charset="0"/>
                <a:cs typeface="Times New Roman" pitchFamily="18" charset="0"/>
              </a:rPr>
              <a:t> • By repeating the topic sentence in different words</a:t>
            </a:r>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44" name="Title 1"/>
          <p:cNvSpPr>
            <a:spLocks noGrp="1"/>
          </p:cNvSpPr>
          <p:nvPr>
            <p:ph type="title"/>
          </p:nvPr>
        </p:nvSpPr>
        <p:spPr>
          <a:xfrm>
            <a:off x="612775" y="228600"/>
            <a:ext cx="8153400" cy="990600"/>
          </a:xfrm>
        </p:spPr>
        <p:txBody>
          <a:bodyPr/>
          <a:p>
            <a:r>
              <a:rPr dirty="0" lang="en-US" smtClean="0"/>
              <a:t>The Structure of an Essay</a:t>
            </a:r>
            <a:endParaRPr dirty="0" lang="en-US" smtClean="0"/>
          </a:p>
        </p:txBody>
      </p:sp>
      <p:graphicFrame>
        <p:nvGraphicFramePr>
          <p:cNvPr id="4194311"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45" name="TextBox 7"/>
          <p:cNvSpPr txBox="1">
            <a:spLocks noChangeArrowheads="1"/>
          </p:cNvSpPr>
          <p:nvPr/>
        </p:nvSpPr>
        <p:spPr bwMode="auto">
          <a:xfrm>
            <a:off x="1905000" y="2895600"/>
            <a:ext cx="5068985" cy="646331"/>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v"/>
            </a:pPr>
            <a:r>
              <a:rPr dirty="0" sz="3600" lang="en-US" smtClean="0">
                <a:latin typeface="Tw Cen MT" pitchFamily="34" charset="0"/>
              </a:rPr>
              <a:t>What is an essay</a:t>
            </a:r>
            <a:r>
              <a:rPr dirty="0" sz="3600" lang="en-US" smtClean="0">
                <a:solidFill>
                  <a:srgbClr val="262626"/>
                </a:solidFill>
                <a:latin typeface="+mj-lt"/>
                <a:ea typeface="+mj-ea"/>
                <a:cs typeface="+mj-cs"/>
              </a:rPr>
              <a:t>?</a:t>
            </a:r>
            <a:r>
              <a:rPr dirty="0" sz="3600" lang="en-US" smtClean="0">
                <a:latin typeface="Tw Cen MT" pitchFamily="34" charset="0"/>
              </a:rPr>
              <a:t> </a:t>
            </a:r>
            <a:endParaRPr dirty="0" sz="3600" lang="en-US">
              <a:latin typeface="Tw Cen MT" pitchFamily="34" charset="0"/>
            </a:endParaRPr>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49" name="Title 1"/>
          <p:cNvSpPr>
            <a:spLocks noGrp="1"/>
          </p:cNvSpPr>
          <p:nvPr>
            <p:ph type="title"/>
          </p:nvPr>
        </p:nvSpPr>
        <p:spPr>
          <a:xfrm>
            <a:off x="612775" y="228600"/>
            <a:ext cx="8153400" cy="990600"/>
          </a:xfrm>
        </p:spPr>
        <p:txBody>
          <a:bodyPr/>
          <a:p>
            <a:r>
              <a:rPr dirty="0" lang="en-US" smtClean="0"/>
              <a:t>The Structure of an Essay</a:t>
            </a:r>
            <a:endParaRPr dirty="0" lang="en-US" smtClean="0"/>
          </a:p>
        </p:txBody>
      </p:sp>
      <p:graphicFrame>
        <p:nvGraphicFramePr>
          <p:cNvPr id="4194312"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50" name="TextBox 7"/>
          <p:cNvSpPr txBox="1">
            <a:spLocks noChangeArrowheads="1"/>
          </p:cNvSpPr>
          <p:nvPr/>
        </p:nvSpPr>
        <p:spPr bwMode="auto">
          <a:xfrm>
            <a:off x="914400" y="1447800"/>
            <a:ext cx="8077200" cy="3785652"/>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571500" marL="571500">
              <a:buFont typeface="Wingdings" pitchFamily="2" charset="2"/>
              <a:buChar char="Ø"/>
            </a:pPr>
            <a:r>
              <a:rPr dirty="0" lang="en-US" smtClean="0">
                <a:latin typeface="Times New Roman" pitchFamily="18" charset="0"/>
                <a:cs typeface="Times New Roman" pitchFamily="18" charset="0"/>
              </a:rPr>
              <a:t>An </a:t>
            </a:r>
            <a:r>
              <a:rPr b="1" dirty="0" sz="2400" lang="en-US" smtClean="0">
                <a:solidFill>
                  <a:srgbClr val="C00000"/>
                </a:solidFill>
                <a:latin typeface="Times New Roman" pitchFamily="18" charset="0"/>
                <a:cs typeface="Times New Roman" pitchFamily="18" charset="0"/>
              </a:rPr>
              <a:t>essay</a:t>
            </a:r>
            <a:r>
              <a:rPr dirty="0" lang="en-US" smtClean="0">
                <a:latin typeface="Times New Roman" pitchFamily="18" charset="0"/>
                <a:cs typeface="Times New Roman" pitchFamily="18" charset="0"/>
              </a:rPr>
              <a:t> is a piece of writing several paragraphs long. It is about one topic, just as a paragraph is. However, because the topic of an essay is too complex to discuss in one paragraph, you need to divide it into several paragraphs, one for each major point. Then you need to tie the paragraphs together by adding an introduction and a conclusion.</a:t>
            </a:r>
          </a:p>
          <a:p>
            <a:endParaRPr dirty="0" lang="en-US" smtClean="0">
              <a:latin typeface="Times New Roman" pitchFamily="18" charset="0"/>
              <a:cs typeface="Times New Roman" pitchFamily="18" charset="0"/>
            </a:endParaRPr>
          </a:p>
          <a:p>
            <a:pPr indent="-571500" marL="571500">
              <a:buFont typeface="Wingdings" pitchFamily="2" charset="2"/>
              <a:buChar char="Ø"/>
            </a:pPr>
            <a:r>
              <a:rPr dirty="0" lang="en-US" smtClean="0">
                <a:latin typeface="Times New Roman" pitchFamily="18" charset="0"/>
                <a:cs typeface="Times New Roman" pitchFamily="18" charset="0"/>
              </a:rPr>
              <a:t>An essay is a group of paragraphs written about a single topic and a central main idea. It must have at least three paragraphs, but a five-paragraph essay is a common length for academic writing.</a:t>
            </a:r>
          </a:p>
          <a:p>
            <a:pPr indent="-571500" marL="571500">
              <a:buFont typeface="Wingdings" pitchFamily="2" charset="2"/>
              <a:buChar char="Ø"/>
            </a:pPr>
            <a:endParaRPr dirty="0" lang="en-US" smtClean="0">
              <a:latin typeface="Times New Roman" pitchFamily="18" charset="0"/>
              <a:cs typeface="Times New Roman" pitchFamily="18" charset="0"/>
            </a:endParaRPr>
          </a:p>
          <a:p>
            <a:pPr indent="-571500" marL="571500">
              <a:buFont typeface="Wingdings" pitchFamily="2" charset="2"/>
              <a:buChar char="Ø"/>
            </a:pPr>
            <a:r>
              <a:rPr dirty="0" lang="en-US" smtClean="0">
                <a:latin typeface="Times New Roman" pitchFamily="18" charset="0"/>
                <a:cs typeface="Times New Roman" pitchFamily="18" charset="0"/>
              </a:rPr>
              <a:t>   Writing an essay is no more difficult than writing a paragraph except that an essay is longer. The principles of organization are the same for both, so if you can write a good paragraph, you can write a good essay. </a:t>
            </a:r>
            <a:endParaRPr dirty="0" lang="en-US">
              <a:latin typeface="Times New Roman" pitchFamily="18" charset="0"/>
              <a:cs typeface="Times New Roman" pitchFamily="18" charset="0"/>
            </a:endParaRPr>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54" name="Title 1"/>
          <p:cNvSpPr>
            <a:spLocks noGrp="1"/>
          </p:cNvSpPr>
          <p:nvPr>
            <p:ph type="title"/>
          </p:nvPr>
        </p:nvSpPr>
        <p:spPr>
          <a:xfrm>
            <a:off x="612775" y="228600"/>
            <a:ext cx="8153400" cy="990600"/>
          </a:xfrm>
        </p:spPr>
        <p:txBody>
          <a:bodyPr/>
          <a:p>
            <a:r>
              <a:rPr dirty="0" lang="en-US" smtClean="0">
                <a:latin typeface="Times New Roman" pitchFamily="18" charset="0"/>
                <a:cs typeface="Times New Roman" pitchFamily="18" charset="0"/>
              </a:rPr>
              <a:t>The Structure of an Essay</a:t>
            </a:r>
            <a:endParaRPr dirty="0" lang="en-US" smtClean="0">
              <a:latin typeface="Times New Roman" pitchFamily="18" charset="0"/>
              <a:cs typeface="Times New Roman" pitchFamily="18" charset="0"/>
            </a:endParaRPr>
          </a:p>
        </p:txBody>
      </p:sp>
      <p:graphicFrame>
        <p:nvGraphicFramePr>
          <p:cNvPr id="4194313"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55" name="TextBox 7"/>
          <p:cNvSpPr txBox="1">
            <a:spLocks noChangeArrowheads="1"/>
          </p:cNvSpPr>
          <p:nvPr/>
        </p:nvSpPr>
        <p:spPr bwMode="auto">
          <a:xfrm>
            <a:off x="685800" y="1981200"/>
            <a:ext cx="8229600" cy="1384995"/>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algn="ctr"/>
            <a:r>
              <a:rPr b="1" dirty="0" sz="2400" lang="en-US" smtClean="0">
                <a:solidFill>
                  <a:srgbClr val="C00000"/>
                </a:solidFill>
                <a:latin typeface="Times New Roman" pitchFamily="18" charset="0"/>
                <a:cs typeface="Times New Roman" pitchFamily="18" charset="0"/>
              </a:rPr>
              <a:t>The parts of an essay</a:t>
            </a:r>
            <a:endParaRPr dirty="0" sz="2000" lang="en-US">
              <a:latin typeface="Times New Roman" pitchFamily="18" charset="0"/>
              <a:cs typeface="Times New Roman" pitchFamily="18" charset="0"/>
            </a:endParaRPr>
          </a:p>
          <a:p>
            <a:pPr algn="ctr"/>
            <a:endParaRPr dirty="0" sz="2000" lang="en-US" smtClean="0">
              <a:latin typeface="Times New Roman" pitchFamily="18" charset="0"/>
              <a:cs typeface="Times New Roman" pitchFamily="18" charset="0"/>
            </a:endParaRPr>
          </a:p>
          <a:p>
            <a:pPr algn="ctr"/>
            <a:endParaRPr dirty="0" sz="2000" lang="en-US" smtClean="0">
              <a:latin typeface="Times New Roman" pitchFamily="18" charset="0"/>
              <a:cs typeface="Times New Roman" pitchFamily="18" charset="0"/>
            </a:endParaRPr>
          </a:p>
          <a:p>
            <a:pPr indent="-342900" marL="342900">
              <a:buFont typeface="Wingdings" pitchFamily="2" charset="2"/>
              <a:buChar char="Ø"/>
            </a:pPr>
            <a:r>
              <a:rPr dirty="0" sz="2000" lang="en-US" smtClean="0">
                <a:latin typeface="Times New Roman" pitchFamily="18" charset="0"/>
                <a:cs typeface="Times New Roman" pitchFamily="18" charset="0"/>
              </a:rPr>
              <a:t>What are the parts of an essay?</a:t>
            </a:r>
            <a:endParaRPr dirty="0" sz="2000" lang="en-US">
              <a:latin typeface="Times New Roman" pitchFamily="18" charset="0"/>
              <a:cs typeface="Times New Roman" pitchFamily="18" charset="0"/>
            </a:endParaRPr>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59" name="Title 1"/>
          <p:cNvSpPr>
            <a:spLocks noGrp="1"/>
          </p:cNvSpPr>
          <p:nvPr>
            <p:ph type="title"/>
          </p:nvPr>
        </p:nvSpPr>
        <p:spPr>
          <a:xfrm>
            <a:off x="612775" y="228600"/>
            <a:ext cx="8153400" cy="990600"/>
          </a:xfrm>
        </p:spPr>
        <p:txBody>
          <a:bodyPr/>
          <a:p>
            <a:r>
              <a:rPr dirty="0" sz="3600" lang="en-US" smtClean="0">
                <a:latin typeface="Times New Roman" pitchFamily="18" charset="0"/>
                <a:cs typeface="Times New Roman" pitchFamily="18" charset="0"/>
              </a:rPr>
              <a:t>The Structure of an Essay</a:t>
            </a:r>
            <a:endParaRPr dirty="0" sz="3600" lang="en-US" smtClean="0">
              <a:latin typeface="Times New Roman" pitchFamily="18" charset="0"/>
              <a:cs typeface="Times New Roman" pitchFamily="18" charset="0"/>
            </a:endParaRPr>
          </a:p>
        </p:txBody>
      </p:sp>
      <p:graphicFrame>
        <p:nvGraphicFramePr>
          <p:cNvPr id="4194314" name="Content Placeholder 3"/>
          <p:cNvGraphicFramePr>
            <a:graphicFrameLocks noGrp="1"/>
          </p:cNvGraphicFramePr>
          <p:nvPr>
            <p:ph idx="1"/>
          </p:nvPr>
        </p:nvGraphicFramePr>
        <p:xfrm>
          <a:off x="571500" y="1066800"/>
          <a:ext cx="8153400" cy="5410199"/>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60" name="Isosceles Triangle 4"/>
          <p:cNvSpPr/>
          <p:nvPr/>
        </p:nvSpPr>
        <p:spPr>
          <a:xfrm>
            <a:off x="2819401" y="4876800"/>
            <a:ext cx="1219200" cy="1371600"/>
          </a:xfrm>
          <a:prstGeom prst="triangle"/>
        </p:spPr>
        <p:style>
          <a:lnRef idx="0">
            <a:schemeClr val="accent1"/>
          </a:lnRef>
          <a:fillRef idx="3">
            <a:schemeClr val="accent1"/>
          </a:fillRef>
          <a:effectRef idx="3">
            <a:schemeClr val="accent1"/>
          </a:effectRef>
          <a:fontRef idx="minor">
            <a:schemeClr val="lt1"/>
          </a:fontRef>
        </p:style>
        <p:txBody>
          <a:bodyPr anchor="ctr"/>
          <a:p>
            <a:pPr algn="ctr" fontAlgn="auto">
              <a:spcBef>
                <a:spcPts val="0"/>
              </a:spcBef>
              <a:spcAft>
                <a:spcPts val="0"/>
              </a:spcAft>
            </a:pPr>
            <a:endParaRPr dirty="0" lang="en-US"/>
          </a:p>
        </p:txBody>
      </p:sp>
      <p:sp>
        <p:nvSpPr>
          <p:cNvPr id="1048661" name="Isosceles Triangle 5"/>
          <p:cNvSpPr/>
          <p:nvPr/>
        </p:nvSpPr>
        <p:spPr>
          <a:xfrm rot="10800000">
            <a:off x="2819401" y="1600200"/>
            <a:ext cx="1219200" cy="1219200"/>
          </a:xfrm>
          <a:prstGeom prst="triangle"/>
        </p:spPr>
        <p:style>
          <a:lnRef idx="0">
            <a:schemeClr val="accent3"/>
          </a:lnRef>
          <a:fillRef idx="3">
            <a:schemeClr val="accent3"/>
          </a:fillRef>
          <a:effectRef idx="3">
            <a:schemeClr val="accent3"/>
          </a:effectRef>
          <a:fontRef idx="minor">
            <a:schemeClr val="lt1"/>
          </a:fontRef>
        </p:style>
        <p:txBody>
          <a:bodyPr anchor="ctr"/>
          <a:p>
            <a:pPr algn="ctr" fontAlgn="auto">
              <a:spcBef>
                <a:spcPts val="0"/>
              </a:spcBef>
              <a:spcAft>
                <a:spcPts val="0"/>
              </a:spcAft>
            </a:pPr>
            <a:endParaRPr dirty="0" lang="en-US"/>
          </a:p>
        </p:txBody>
      </p:sp>
      <p:sp>
        <p:nvSpPr>
          <p:cNvPr id="1048662" name="Rectangle 6"/>
          <p:cNvSpPr/>
          <p:nvPr/>
        </p:nvSpPr>
        <p:spPr>
          <a:xfrm>
            <a:off x="2819401" y="3048000"/>
            <a:ext cx="1219200" cy="1752600"/>
          </a:xfrm>
          <a:prstGeom prst="rect"/>
        </p:spPr>
        <p:style>
          <a:lnRef idx="0">
            <a:schemeClr val="accent2"/>
          </a:lnRef>
          <a:fillRef idx="3">
            <a:schemeClr val="accent2"/>
          </a:fillRef>
          <a:effectRef idx="3">
            <a:schemeClr val="accent2"/>
          </a:effectRef>
          <a:fontRef idx="minor">
            <a:schemeClr val="lt1"/>
          </a:fontRef>
        </p:style>
        <p:txBody>
          <a:bodyPr anchor="ctr"/>
          <a:p>
            <a:pPr algn="ctr" fontAlgn="auto">
              <a:spcBef>
                <a:spcPts val="0"/>
              </a:spcBef>
              <a:spcAft>
                <a:spcPts val="0"/>
              </a:spcAft>
            </a:pPr>
            <a:endParaRPr dirty="0" lang="en-US"/>
          </a:p>
        </p:txBody>
      </p:sp>
      <p:sp>
        <p:nvSpPr>
          <p:cNvPr id="1048663" name="TextBox 7"/>
          <p:cNvSpPr txBox="1">
            <a:spLocks noChangeArrowheads="1"/>
          </p:cNvSpPr>
          <p:nvPr/>
        </p:nvSpPr>
        <p:spPr bwMode="auto">
          <a:xfrm>
            <a:off x="4114800" y="2057400"/>
            <a:ext cx="3771225"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b="1" dirty="0" lang="en-US" smtClean="0">
                <a:solidFill>
                  <a:schemeClr val="accent1"/>
                </a:solidFill>
                <a:latin typeface="Times New Roman" pitchFamily="18" charset="0"/>
                <a:cs typeface="Times New Roman" pitchFamily="18" charset="0"/>
              </a:rPr>
              <a:t>Introduction</a:t>
            </a:r>
            <a:r>
              <a:rPr dirty="0" lang="en-US" smtClean="0">
                <a:solidFill>
                  <a:schemeClr val="accent1"/>
                </a:solidFill>
                <a:latin typeface="Times New Roman" pitchFamily="18" charset="0"/>
                <a:cs typeface="Times New Roman" pitchFamily="18" charset="0"/>
              </a:rPr>
              <a:t> </a:t>
            </a:r>
            <a:r>
              <a:rPr dirty="0" lang="en-US" smtClean="0">
                <a:latin typeface="Times New Roman" pitchFamily="18" charset="0"/>
                <a:cs typeface="Times New Roman" pitchFamily="18" charset="0"/>
              </a:rPr>
              <a:t>(introductory paragraph)</a:t>
            </a:r>
            <a:endParaRPr dirty="0" lang="en-US">
              <a:latin typeface="Times New Roman" pitchFamily="18" charset="0"/>
              <a:cs typeface="Times New Roman" pitchFamily="18" charset="0"/>
            </a:endParaRPr>
          </a:p>
        </p:txBody>
      </p:sp>
      <p:sp>
        <p:nvSpPr>
          <p:cNvPr id="1048664" name="TextBox 8"/>
          <p:cNvSpPr txBox="1">
            <a:spLocks noChangeArrowheads="1"/>
          </p:cNvSpPr>
          <p:nvPr/>
        </p:nvSpPr>
        <p:spPr bwMode="auto">
          <a:xfrm>
            <a:off x="4114801" y="3733800"/>
            <a:ext cx="5029200" cy="646331"/>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b="1" dirty="0" lang="en-US" smtClean="0">
                <a:solidFill>
                  <a:schemeClr val="accent1"/>
                </a:solidFill>
                <a:latin typeface="Times New Roman" pitchFamily="18" charset="0"/>
                <a:cs typeface="Times New Roman" pitchFamily="18" charset="0"/>
              </a:rPr>
              <a:t>Body</a:t>
            </a:r>
            <a:r>
              <a:rPr dirty="0" lang="en-US" smtClean="0">
                <a:latin typeface="Times New Roman" pitchFamily="18" charset="0"/>
                <a:cs typeface="Times New Roman" pitchFamily="18" charset="0"/>
              </a:rPr>
              <a:t> (at least one, but usually two or more paragraphs)</a:t>
            </a:r>
            <a:endParaRPr dirty="0" lang="en-US">
              <a:latin typeface="Times New Roman" pitchFamily="18" charset="0"/>
              <a:cs typeface="Times New Roman" pitchFamily="18" charset="0"/>
            </a:endParaRPr>
          </a:p>
        </p:txBody>
      </p:sp>
      <p:sp>
        <p:nvSpPr>
          <p:cNvPr id="1048665" name="TextBox 9"/>
          <p:cNvSpPr txBox="1">
            <a:spLocks noChangeArrowheads="1"/>
          </p:cNvSpPr>
          <p:nvPr/>
        </p:nvSpPr>
        <p:spPr bwMode="auto">
          <a:xfrm>
            <a:off x="4198868" y="5410200"/>
            <a:ext cx="2499402" cy="646331"/>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b="1" dirty="0" lang="en-US" smtClean="0">
                <a:solidFill>
                  <a:schemeClr val="accent1"/>
                </a:solidFill>
                <a:latin typeface="Times New Roman" pitchFamily="18" charset="0"/>
                <a:cs typeface="Times New Roman" pitchFamily="18" charset="0"/>
              </a:rPr>
              <a:t>Conclusion</a:t>
            </a:r>
            <a:r>
              <a:rPr dirty="0" lang="en-US" smtClean="0">
                <a:latin typeface="Times New Roman" pitchFamily="18" charset="0"/>
                <a:cs typeface="Times New Roman" pitchFamily="18" charset="0"/>
              </a:rPr>
              <a:t> (concluding</a:t>
            </a:r>
          </a:p>
          <a:p>
            <a:r>
              <a:rPr dirty="0" lang="en-US" smtClean="0">
                <a:latin typeface="Times New Roman" pitchFamily="18" charset="0"/>
                <a:cs typeface="Times New Roman" pitchFamily="18" charset="0"/>
              </a:rPr>
              <a:t>paragraph)</a:t>
            </a:r>
            <a:endParaRPr dirty="0" lang="en-US">
              <a:latin typeface="Times New Roman" pitchFamily="18" charset="0"/>
              <a:cs typeface="Times New Roman" pitchFamily="18" charset="0"/>
            </a:endParaRPr>
          </a:p>
        </p:txBody>
      </p:sp>
      <p:sp>
        <p:nvSpPr>
          <p:cNvPr id="1048666" name="Oval 10"/>
          <p:cNvSpPr/>
          <p:nvPr/>
        </p:nvSpPr>
        <p:spPr>
          <a:xfrm>
            <a:off x="3352801" y="2819400"/>
            <a:ext cx="152400" cy="152400"/>
          </a:xfrm>
          <a:prstGeom prst="ellipse"/>
        </p:spPr>
        <p:style>
          <a:lnRef idx="0">
            <a:schemeClr val="accent4"/>
          </a:lnRef>
          <a:fillRef idx="3">
            <a:schemeClr val="accent4"/>
          </a:fillRef>
          <a:effectRef idx="3">
            <a:schemeClr val="accent4"/>
          </a:effectRef>
          <a:fontRef idx="minor">
            <a:schemeClr val="lt1"/>
          </a:fontRef>
        </p:style>
        <p:txBody>
          <a:bodyPr anchor="ctr"/>
          <a:p>
            <a:pPr algn="ctr" fontAlgn="auto">
              <a:spcBef>
                <a:spcPts val="0"/>
              </a:spcBef>
              <a:spcAft>
                <a:spcPts val="0"/>
              </a:spcAft>
            </a:pPr>
            <a:endParaRPr dirty="0" lang="en-US"/>
          </a:p>
        </p:txBody>
      </p:sp>
      <p:sp>
        <p:nvSpPr>
          <p:cNvPr id="1048667" name="TextBox 11"/>
          <p:cNvSpPr txBox="1">
            <a:spLocks noChangeArrowheads="1"/>
          </p:cNvSpPr>
          <p:nvPr/>
        </p:nvSpPr>
        <p:spPr bwMode="auto">
          <a:xfrm>
            <a:off x="1447800" y="2667000"/>
            <a:ext cx="1768433"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imes New Roman" pitchFamily="18" charset="0"/>
                <a:cs typeface="Times New Roman" pitchFamily="18" charset="0"/>
              </a:rPr>
              <a:t>Thesis Statement</a:t>
            </a:r>
          </a:p>
        </p:txBody>
      </p:sp>
      <p:sp>
        <p:nvSpPr>
          <p:cNvPr id="1048668" name="TextBox 7"/>
          <p:cNvSpPr txBox="1">
            <a:spLocks noChangeArrowheads="1"/>
          </p:cNvSpPr>
          <p:nvPr/>
        </p:nvSpPr>
        <p:spPr bwMode="auto">
          <a:xfrm>
            <a:off x="1470598" y="1237160"/>
            <a:ext cx="2383986"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ü"/>
            </a:pPr>
            <a:r>
              <a:rPr dirty="0" lang="en-US" smtClean="0">
                <a:latin typeface="Times New Roman" pitchFamily="18" charset="0"/>
                <a:cs typeface="Times New Roman" pitchFamily="18" charset="0"/>
              </a:rPr>
              <a:t>All essays have a/n </a:t>
            </a:r>
            <a:endParaRPr dirty="0" lang="en-US">
              <a:latin typeface="Times New Roman" pitchFamily="18" charset="0"/>
              <a:cs typeface="Times New Roman" pitchFamily="18" charset="0"/>
            </a:endParaRPr>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72" name="Title 1"/>
          <p:cNvSpPr>
            <a:spLocks noGrp="1"/>
          </p:cNvSpPr>
          <p:nvPr>
            <p:ph type="title"/>
          </p:nvPr>
        </p:nvSpPr>
        <p:spPr>
          <a:xfrm>
            <a:off x="612775" y="228600"/>
            <a:ext cx="8153400" cy="990600"/>
          </a:xfrm>
        </p:spPr>
        <p:txBody>
          <a:bodyPr/>
          <a:p>
            <a:r>
              <a:rPr dirty="0" sz="3600" lang="en-US" smtClean="0">
                <a:latin typeface="Times New Roman" pitchFamily="18" charset="0"/>
                <a:cs typeface="Times New Roman" pitchFamily="18" charset="0"/>
              </a:rPr>
              <a:t>The Structure of an Essay</a:t>
            </a:r>
            <a:endParaRPr dirty="0" sz="3600" lang="en-US" smtClean="0">
              <a:latin typeface="Times New Roman" pitchFamily="18" charset="0"/>
              <a:cs typeface="Times New Roman" pitchFamily="18" charset="0"/>
            </a:endParaRPr>
          </a:p>
        </p:txBody>
      </p:sp>
      <p:graphicFrame>
        <p:nvGraphicFramePr>
          <p:cNvPr id="4194315" name="Content Placeholder 3"/>
          <p:cNvGraphicFramePr>
            <a:graphicFrameLocks noGrp="1"/>
          </p:cNvGraphicFramePr>
          <p:nvPr>
            <p:ph idx="1"/>
          </p:nvPr>
        </p:nvGraphicFramePr>
        <p:xfrm>
          <a:off x="381000" y="1066800"/>
          <a:ext cx="8343900" cy="5410199"/>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73" name="Isosceles Triangle 5"/>
          <p:cNvSpPr/>
          <p:nvPr/>
        </p:nvSpPr>
        <p:spPr>
          <a:xfrm rot="10800000">
            <a:off x="1447801" y="1600200"/>
            <a:ext cx="1219200" cy="1219200"/>
          </a:xfrm>
          <a:prstGeom prst="triangle"/>
        </p:spPr>
        <p:style>
          <a:lnRef idx="0">
            <a:schemeClr val="accent3"/>
          </a:lnRef>
          <a:fillRef idx="3">
            <a:schemeClr val="accent3"/>
          </a:fillRef>
          <a:effectRef idx="3">
            <a:schemeClr val="accent3"/>
          </a:effectRef>
          <a:fontRef idx="minor">
            <a:schemeClr val="lt1"/>
          </a:fontRef>
        </p:style>
        <p:txBody>
          <a:bodyPr anchor="ctr"/>
          <a:p>
            <a:pPr algn="ctr" fontAlgn="auto">
              <a:spcBef>
                <a:spcPts val="0"/>
              </a:spcBef>
              <a:spcAft>
                <a:spcPts val="0"/>
              </a:spcAft>
            </a:pPr>
            <a:endParaRPr dirty="0" lang="en-US"/>
          </a:p>
        </p:txBody>
      </p:sp>
      <p:sp>
        <p:nvSpPr>
          <p:cNvPr id="1048674" name="TextBox 7"/>
          <p:cNvSpPr txBox="1">
            <a:spLocks noChangeArrowheads="1"/>
          </p:cNvSpPr>
          <p:nvPr/>
        </p:nvSpPr>
        <p:spPr bwMode="auto">
          <a:xfrm>
            <a:off x="2743200" y="1752600"/>
            <a:ext cx="6324600" cy="4832092"/>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b="1" dirty="0" lang="en-US" smtClean="0">
                <a:solidFill>
                  <a:schemeClr val="accent1"/>
                </a:solidFill>
                <a:latin typeface="Times New Roman" pitchFamily="18" charset="0"/>
                <a:cs typeface="Times New Roman" pitchFamily="18" charset="0"/>
              </a:rPr>
              <a:t>Introduction</a:t>
            </a:r>
            <a:r>
              <a:rPr dirty="0" lang="en-US" smtClean="0">
                <a:solidFill>
                  <a:schemeClr val="accent1"/>
                </a:solidFill>
                <a:latin typeface="Times New Roman" pitchFamily="18" charset="0"/>
                <a:cs typeface="Times New Roman" pitchFamily="18" charset="0"/>
              </a:rPr>
              <a:t> </a:t>
            </a:r>
            <a:r>
              <a:rPr dirty="0" lang="en-US" smtClean="0">
                <a:latin typeface="Times New Roman" pitchFamily="18" charset="0"/>
                <a:cs typeface="Times New Roman" pitchFamily="18" charset="0"/>
              </a:rPr>
              <a:t>(introductory paragraph)</a:t>
            </a:r>
          </a:p>
          <a:p>
            <a:endParaRPr dirty="0" lang="en-US">
              <a:latin typeface="Times New Roman" pitchFamily="18" charset="0"/>
              <a:cs typeface="Times New Roman" pitchFamily="18" charset="0"/>
            </a:endParaRPr>
          </a:p>
          <a:p>
            <a:pPr indent="-285750" marL="285750">
              <a:buFont typeface="Wingdings" pitchFamily="2" charset="2"/>
              <a:buChar char="ü"/>
            </a:pPr>
            <a:r>
              <a:rPr dirty="0" sz="1600" lang="en-US" smtClean="0">
                <a:latin typeface="Times New Roman" pitchFamily="18" charset="0"/>
                <a:cs typeface="Times New Roman" pitchFamily="18" charset="0"/>
              </a:rPr>
              <a:t>An essay</a:t>
            </a:r>
            <a:r>
              <a:rPr b="1" dirty="0" sz="1600" lang="en-US" smtClean="0">
                <a:solidFill>
                  <a:schemeClr val="accent1"/>
                </a:solidFill>
                <a:latin typeface="Times New Roman" pitchFamily="18" charset="0"/>
                <a:cs typeface="Times New Roman" pitchFamily="18" charset="0"/>
              </a:rPr>
              <a:t> introduction </a:t>
            </a:r>
            <a:r>
              <a:rPr dirty="0" sz="1600" lang="en-US" smtClean="0">
                <a:latin typeface="Times New Roman" pitchFamily="18" charset="0"/>
                <a:cs typeface="Times New Roman" pitchFamily="18" charset="0"/>
              </a:rPr>
              <a:t>consists of two parts: a few general statements to attract your reader's attention and a </a:t>
            </a:r>
            <a:r>
              <a:rPr b="1" dirty="0" sz="1600" lang="en-US" smtClean="0">
                <a:solidFill>
                  <a:schemeClr val="accent1"/>
                </a:solidFill>
                <a:latin typeface="Times New Roman" pitchFamily="18" charset="0"/>
                <a:cs typeface="Times New Roman" pitchFamily="18" charset="0"/>
              </a:rPr>
              <a:t>thesis statement </a:t>
            </a:r>
            <a:r>
              <a:rPr dirty="0" sz="1600" lang="en-US" smtClean="0">
                <a:latin typeface="Times New Roman" pitchFamily="18" charset="0"/>
                <a:cs typeface="Times New Roman" pitchFamily="18" charset="0"/>
              </a:rPr>
              <a:t>to state the main idea of the essay. A thesis statement for an essay </a:t>
            </a:r>
            <a:r>
              <a:rPr b="1" dirty="0" sz="1600" lang="en-US" smtClean="0">
                <a:solidFill>
                  <a:schemeClr val="accent1"/>
                </a:solidFill>
                <a:latin typeface="Times New Roman" pitchFamily="18" charset="0"/>
                <a:cs typeface="Times New Roman" pitchFamily="18" charset="0"/>
              </a:rPr>
              <a:t>is like </a:t>
            </a:r>
            <a:r>
              <a:rPr dirty="0" sz="1600" lang="en-US" smtClean="0">
                <a:latin typeface="Times New Roman" pitchFamily="18" charset="0"/>
                <a:cs typeface="Times New Roman" pitchFamily="18" charset="0"/>
              </a:rPr>
              <a:t>a topic sentence for a paragraph: It names the specific topic and gives the reader a general idea of the contents of the essay.</a:t>
            </a:r>
          </a:p>
          <a:p>
            <a:pPr indent="-285750" marL="285750">
              <a:buFont typeface="Wingdings" pitchFamily="2" charset="2"/>
              <a:buChar char="ü"/>
            </a:pPr>
            <a:r>
              <a:rPr dirty="0" sz="1600" lang="en-US" smtClean="0">
                <a:latin typeface="Times New Roman" pitchFamily="18" charset="0"/>
                <a:cs typeface="Times New Roman" pitchFamily="18" charset="0"/>
              </a:rPr>
              <a:t>This is the first paragraph of an essay. It explains the topic </a:t>
            </a:r>
            <a:r>
              <a:rPr dirty="0" sz="1600" lang="en-US" err="1" smtClean="0">
                <a:latin typeface="Times New Roman" pitchFamily="18" charset="0"/>
                <a:cs typeface="Times New Roman" pitchFamily="18" charset="0"/>
              </a:rPr>
              <a:t>wirh</a:t>
            </a:r>
            <a:r>
              <a:rPr dirty="0" sz="1600" lang="en-US" smtClean="0">
                <a:latin typeface="Times New Roman" pitchFamily="18" charset="0"/>
                <a:cs typeface="Times New Roman" pitchFamily="18" charset="0"/>
              </a:rPr>
              <a:t> general ideas. It also has a thesis statement. This is a sentence that gives the main idea. It usually comes at or near the end of the paragraph.</a:t>
            </a:r>
          </a:p>
          <a:p>
            <a:pPr indent="-285750" marL="285750">
              <a:buFont typeface="Wingdings" pitchFamily="2" charset="2"/>
              <a:buChar char="ü"/>
            </a:pPr>
            <a:r>
              <a:rPr dirty="0" sz="1600" lang="en-US" smtClean="0">
                <a:latin typeface="Times New Roman" pitchFamily="18" charset="0"/>
                <a:cs typeface="Times New Roman" pitchFamily="18" charset="0"/>
              </a:rPr>
              <a:t>An introductory paragraph has two parts, general statements and the thesis </a:t>
            </a:r>
            <a:r>
              <a:rPr dirty="0" sz="1600" lang="en-US" err="1" smtClean="0">
                <a:latin typeface="Times New Roman" pitchFamily="18" charset="0"/>
                <a:cs typeface="Times New Roman" pitchFamily="18" charset="0"/>
              </a:rPr>
              <a:t>statement.</a:t>
            </a:r>
            <a:r>
              <a:rPr b="1" dirty="0" sz="1600" lang="en-US" err="1" smtClean="0">
                <a:solidFill>
                  <a:schemeClr val="accent1"/>
                </a:solidFill>
                <a:latin typeface="Times New Roman" pitchFamily="18" charset="0"/>
                <a:cs typeface="Times New Roman" pitchFamily="18" charset="0"/>
              </a:rPr>
              <a:t>General</a:t>
            </a:r>
            <a:r>
              <a:rPr b="1" dirty="0" sz="1600" lang="en-US" smtClean="0">
                <a:solidFill>
                  <a:schemeClr val="accent1"/>
                </a:solidFill>
                <a:latin typeface="Times New Roman" pitchFamily="18" charset="0"/>
                <a:cs typeface="Times New Roman" pitchFamily="18" charset="0"/>
              </a:rPr>
              <a:t> statements</a:t>
            </a:r>
          </a:p>
          <a:p>
            <a:r>
              <a:rPr dirty="0" sz="1600" lang="en-US" smtClean="0">
                <a:latin typeface="Times New Roman" pitchFamily="18" charset="0"/>
                <a:cs typeface="Times New Roman" pitchFamily="18" charset="0"/>
              </a:rPr>
              <a:t>      • introduce the general topic of the essay.</a:t>
            </a:r>
          </a:p>
          <a:p>
            <a:r>
              <a:rPr dirty="0" sz="1600" lang="en-US" smtClean="0">
                <a:latin typeface="Times New Roman" pitchFamily="18" charset="0"/>
                <a:cs typeface="Times New Roman" pitchFamily="18" charset="0"/>
              </a:rPr>
              <a:t>      • capture the reader's interest.</a:t>
            </a:r>
          </a:p>
          <a:p>
            <a:r>
              <a:rPr b="1" dirty="0" sz="1600" lang="en-US" smtClean="0">
                <a:solidFill>
                  <a:schemeClr val="accent1"/>
                </a:solidFill>
                <a:latin typeface="Times New Roman" pitchFamily="18" charset="0"/>
                <a:cs typeface="Times New Roman" pitchFamily="18" charset="0"/>
              </a:rPr>
              <a:t>The thesis statement</a:t>
            </a:r>
          </a:p>
          <a:p>
            <a:r>
              <a:rPr dirty="0" sz="1600" lang="en-US" smtClean="0">
                <a:latin typeface="Times New Roman" pitchFamily="18" charset="0"/>
                <a:cs typeface="Times New Roman" pitchFamily="18" charset="0"/>
              </a:rPr>
              <a:t>• states the specific topic.</a:t>
            </a:r>
          </a:p>
          <a:p>
            <a:r>
              <a:rPr dirty="0" sz="1600" lang="en-US" smtClean="0">
                <a:latin typeface="Times New Roman" pitchFamily="18" charset="0"/>
                <a:cs typeface="Times New Roman" pitchFamily="18" charset="0"/>
              </a:rPr>
              <a:t>• may list subtopics or subdivisions of the main topic or subtopics.</a:t>
            </a:r>
          </a:p>
          <a:p>
            <a:r>
              <a:rPr dirty="0" sz="1600" lang="en-US" smtClean="0">
                <a:latin typeface="Times New Roman" pitchFamily="18" charset="0"/>
                <a:cs typeface="Times New Roman" pitchFamily="18" charset="0"/>
              </a:rPr>
              <a:t>• may indicate the pattern of organization of the essay.</a:t>
            </a:r>
          </a:p>
          <a:p>
            <a:r>
              <a:rPr dirty="0" sz="1600" lang="en-US" smtClean="0">
                <a:latin typeface="Times New Roman" pitchFamily="18" charset="0"/>
                <a:cs typeface="Times New Roman" pitchFamily="18" charset="0"/>
              </a:rPr>
              <a:t>• is normally the last sentence in the introductory paragraph.</a:t>
            </a:r>
            <a:endParaRPr dirty="0" sz="1600" lang="en-US">
              <a:latin typeface="Times New Roman" pitchFamily="18" charset="0"/>
              <a:cs typeface="Times New Roman" pitchFamily="18" charset="0"/>
            </a:endParaRPr>
          </a:p>
        </p:txBody>
      </p:sp>
      <p:sp>
        <p:nvSpPr>
          <p:cNvPr id="1048675" name="Oval 10"/>
          <p:cNvSpPr/>
          <p:nvPr/>
        </p:nvSpPr>
        <p:spPr>
          <a:xfrm>
            <a:off x="1981201" y="2819400"/>
            <a:ext cx="152400" cy="152400"/>
          </a:xfrm>
          <a:prstGeom prst="ellipse"/>
        </p:spPr>
        <p:style>
          <a:lnRef idx="0">
            <a:schemeClr val="accent4"/>
          </a:lnRef>
          <a:fillRef idx="3">
            <a:schemeClr val="accent4"/>
          </a:fillRef>
          <a:effectRef idx="3">
            <a:schemeClr val="accent4"/>
          </a:effectRef>
          <a:fontRef idx="minor">
            <a:schemeClr val="lt1"/>
          </a:fontRef>
        </p:style>
        <p:txBody>
          <a:bodyPr anchor="ctr"/>
          <a:p>
            <a:pPr algn="ctr" fontAlgn="auto">
              <a:spcBef>
                <a:spcPts val="0"/>
              </a:spcBef>
              <a:spcAft>
                <a:spcPts val="0"/>
              </a:spcAft>
            </a:pPr>
            <a:endParaRPr dirty="0" lang="en-US"/>
          </a:p>
        </p:txBody>
      </p:sp>
      <p:sp>
        <p:nvSpPr>
          <p:cNvPr id="1048676" name="TextBox 11"/>
          <p:cNvSpPr txBox="1">
            <a:spLocks noChangeArrowheads="1"/>
          </p:cNvSpPr>
          <p:nvPr/>
        </p:nvSpPr>
        <p:spPr bwMode="auto">
          <a:xfrm>
            <a:off x="304800" y="2667000"/>
            <a:ext cx="1768433"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imes New Roman" pitchFamily="18" charset="0"/>
                <a:cs typeface="Times New Roman" pitchFamily="18" charset="0"/>
              </a:rPr>
              <a:t>Thesis Statement</a:t>
            </a:r>
          </a:p>
        </p:txBody>
      </p:sp>
      <p:sp>
        <p:nvSpPr>
          <p:cNvPr id="1048677" name="TextBox 7"/>
          <p:cNvSpPr txBox="1">
            <a:spLocks noChangeArrowheads="1"/>
          </p:cNvSpPr>
          <p:nvPr/>
        </p:nvSpPr>
        <p:spPr bwMode="auto">
          <a:xfrm>
            <a:off x="1470598" y="1237160"/>
            <a:ext cx="2383986" cy="369332"/>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ü"/>
            </a:pPr>
            <a:r>
              <a:rPr dirty="0" lang="en-US" smtClean="0">
                <a:solidFill>
                  <a:srgbClr val="C00000"/>
                </a:solidFill>
                <a:latin typeface="Times New Roman" pitchFamily="18" charset="0"/>
                <a:cs typeface="Times New Roman" pitchFamily="18" charset="0"/>
              </a:rPr>
              <a:t>All essays have a/n </a:t>
            </a:r>
            <a:endParaRPr dirty="0" lang="en-US">
              <a:solidFill>
                <a:srgbClr val="C00000"/>
              </a:solidFill>
              <a:latin typeface="Times New Roman" pitchFamily="18" charset="0"/>
              <a:cs typeface="Times New Roman" pitchFamily="18" charset="0"/>
            </a:endParaRPr>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81" name="Title 1"/>
          <p:cNvSpPr>
            <a:spLocks noGrp="1"/>
          </p:cNvSpPr>
          <p:nvPr>
            <p:ph type="title"/>
          </p:nvPr>
        </p:nvSpPr>
        <p:spPr>
          <a:xfrm>
            <a:off x="612775" y="228600"/>
            <a:ext cx="8153400" cy="990600"/>
          </a:xfrm>
        </p:spPr>
        <p:txBody>
          <a:bodyPr/>
          <a:p>
            <a:r>
              <a:rPr dirty="0" lang="en-US" smtClean="0"/>
              <a:t>The Structure of an Essay</a:t>
            </a:r>
            <a:endParaRPr dirty="0" lang="en-US" smtClean="0"/>
          </a:p>
        </p:txBody>
      </p:sp>
      <p:graphicFrame>
        <p:nvGraphicFramePr>
          <p:cNvPr id="4194316"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82" name="Rectangle 6"/>
          <p:cNvSpPr/>
          <p:nvPr/>
        </p:nvSpPr>
        <p:spPr>
          <a:xfrm>
            <a:off x="304800" y="2743200"/>
            <a:ext cx="1219200" cy="1752600"/>
          </a:xfrm>
          <a:prstGeom prst="rect"/>
        </p:spPr>
        <p:style>
          <a:lnRef idx="0">
            <a:schemeClr val="accent2"/>
          </a:lnRef>
          <a:fillRef idx="3">
            <a:schemeClr val="accent2"/>
          </a:fillRef>
          <a:effectRef idx="3">
            <a:schemeClr val="accent2"/>
          </a:effectRef>
          <a:fontRef idx="minor">
            <a:schemeClr val="lt1"/>
          </a:fontRef>
        </p:style>
        <p:txBody>
          <a:bodyPr anchor="ctr"/>
          <a:p>
            <a:pPr algn="ctr" fontAlgn="auto">
              <a:spcBef>
                <a:spcPts val="0"/>
              </a:spcBef>
              <a:spcAft>
                <a:spcPts val="0"/>
              </a:spcAft>
            </a:pPr>
            <a:endParaRPr dirty="0" lang="en-US"/>
          </a:p>
        </p:txBody>
      </p:sp>
      <p:sp>
        <p:nvSpPr>
          <p:cNvPr id="1048683" name="TextBox 8"/>
          <p:cNvSpPr txBox="1">
            <a:spLocks noChangeArrowheads="1"/>
          </p:cNvSpPr>
          <p:nvPr/>
        </p:nvSpPr>
        <p:spPr bwMode="auto">
          <a:xfrm>
            <a:off x="1905000" y="1726674"/>
            <a:ext cx="6400800" cy="3785652"/>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285750" marL="285750">
              <a:buFont typeface="Wingdings" pitchFamily="2" charset="2"/>
              <a:buChar char="ü"/>
            </a:pPr>
            <a:r>
              <a:rPr dirty="0" lang="en-US">
                <a:latin typeface="Tw Cen MT" pitchFamily="34" charset="0"/>
              </a:rPr>
              <a:t> </a:t>
            </a:r>
            <a:r>
              <a:rPr dirty="0" lang="en-US" smtClean="0">
                <a:latin typeface="Tw Cen MT" pitchFamily="34" charset="0"/>
              </a:rPr>
              <a:t> </a:t>
            </a:r>
            <a:r>
              <a:rPr dirty="0" sz="2000" lang="en-US" smtClean="0">
                <a:latin typeface="Times New Roman" pitchFamily="18" charset="0"/>
                <a:cs typeface="Times New Roman" pitchFamily="18" charset="0"/>
              </a:rPr>
              <a:t>The </a:t>
            </a:r>
            <a:r>
              <a:rPr b="1" dirty="0" sz="2000" lang="en-US" smtClean="0">
                <a:solidFill>
                  <a:schemeClr val="accent1"/>
                </a:solidFill>
                <a:latin typeface="Times New Roman" pitchFamily="18" charset="0"/>
                <a:cs typeface="Times New Roman" pitchFamily="18" charset="0"/>
              </a:rPr>
              <a:t>body</a:t>
            </a:r>
            <a:r>
              <a:rPr dirty="0" sz="2000" lang="en-US" smtClean="0">
                <a:latin typeface="Times New Roman" pitchFamily="18" charset="0"/>
                <a:cs typeface="Times New Roman" pitchFamily="18" charset="0"/>
              </a:rPr>
              <a:t> consists of one or more paragraphs. Each paragraph develops a subdivision of the topic, so the number of paragraphs in the body will vary with the number of subdivisions or subtopics.</a:t>
            </a:r>
          </a:p>
          <a:p>
            <a:endParaRPr dirty="0" sz="2000" lang="en-US">
              <a:latin typeface="Times New Roman" pitchFamily="18" charset="0"/>
              <a:cs typeface="Times New Roman" pitchFamily="18" charset="0"/>
            </a:endParaRPr>
          </a:p>
          <a:p>
            <a:pPr indent="-342900" marL="342900">
              <a:buFont typeface="Wingdings" pitchFamily="2" charset="2"/>
              <a:buChar char="ü"/>
            </a:pPr>
            <a:r>
              <a:rPr dirty="0" sz="2000" lang="en-US" smtClean="0">
                <a:latin typeface="Times New Roman" pitchFamily="18" charset="0"/>
                <a:cs typeface="Times New Roman" pitchFamily="18" charset="0"/>
              </a:rPr>
              <a:t>The body paragraphs in an essay are like the supporting sentences in a paragraph. They are the place to develop your topic and prove your points. You should organize</a:t>
            </a:r>
          </a:p>
          <a:p>
            <a:r>
              <a:rPr dirty="0" sz="2000" lang="en-US" smtClean="0">
                <a:latin typeface="Times New Roman" pitchFamily="18" charset="0"/>
                <a:cs typeface="Times New Roman" pitchFamily="18" charset="0"/>
              </a:rPr>
              <a:t>body paragraphs according to some sort of pattern, such as chronological order or comparison/contrast. Sometimes, depending on your topic, you will need to use a combination of patterns.</a:t>
            </a:r>
            <a:endParaRPr dirty="0" sz="2000" lang="en-US">
              <a:latin typeface="Times New Roman" pitchFamily="18" charset="0"/>
              <a:cs typeface="Times New Roman" pitchFamily="18" charset="0"/>
            </a:endParaRPr>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87" name="Title 1"/>
          <p:cNvSpPr>
            <a:spLocks noGrp="1"/>
          </p:cNvSpPr>
          <p:nvPr>
            <p:ph type="title"/>
          </p:nvPr>
        </p:nvSpPr>
        <p:spPr>
          <a:xfrm>
            <a:off x="612775" y="228600"/>
            <a:ext cx="8153400" cy="990600"/>
          </a:xfrm>
        </p:spPr>
        <p:txBody>
          <a:bodyPr/>
          <a:p>
            <a:r>
              <a:rPr dirty="0" lang="en-US" smtClean="0">
                <a:latin typeface="Times New Roman" pitchFamily="18" charset="0"/>
                <a:cs typeface="Times New Roman" pitchFamily="18" charset="0"/>
              </a:rPr>
              <a:t>The Structure of an Essay</a:t>
            </a:r>
            <a:endParaRPr dirty="0" lang="en-US" smtClean="0">
              <a:latin typeface="Times New Roman" pitchFamily="18" charset="0"/>
              <a:cs typeface="Times New Roman" pitchFamily="18" charset="0"/>
            </a:endParaRPr>
          </a:p>
        </p:txBody>
      </p:sp>
      <p:graphicFrame>
        <p:nvGraphicFramePr>
          <p:cNvPr id="4194317" name="Content Placeholder 3"/>
          <p:cNvGraphicFramePr>
            <a:graphicFrameLocks noGrp="1"/>
          </p:cNvGraphicFramePr>
          <p:nvPr>
            <p:ph idx="1"/>
          </p:nvPr>
        </p:nvGraphicFramePr>
        <p:xfrm>
          <a:off x="381000" y="1295400"/>
          <a:ext cx="8534400" cy="51054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88" name="Isosceles Triangle 4"/>
          <p:cNvSpPr/>
          <p:nvPr/>
        </p:nvSpPr>
        <p:spPr>
          <a:xfrm>
            <a:off x="304800" y="4876800"/>
            <a:ext cx="1219200" cy="1371600"/>
          </a:xfrm>
          <a:prstGeom prst="triangle"/>
        </p:spPr>
        <p:style>
          <a:lnRef idx="0">
            <a:schemeClr val="accent1"/>
          </a:lnRef>
          <a:fillRef idx="3">
            <a:schemeClr val="accent1"/>
          </a:fillRef>
          <a:effectRef idx="3">
            <a:schemeClr val="accent1"/>
          </a:effectRef>
          <a:fontRef idx="minor">
            <a:schemeClr val="lt1"/>
          </a:fontRef>
        </p:style>
        <p:txBody>
          <a:bodyPr anchor="ctr"/>
          <a:p>
            <a:pPr algn="ctr" fontAlgn="auto">
              <a:spcBef>
                <a:spcPts val="0"/>
              </a:spcBef>
              <a:spcAft>
                <a:spcPts val="0"/>
              </a:spcAft>
            </a:pPr>
            <a:endParaRPr dirty="0" lang="en-US"/>
          </a:p>
        </p:txBody>
      </p:sp>
      <p:sp>
        <p:nvSpPr>
          <p:cNvPr id="1048689" name="TextBox 9"/>
          <p:cNvSpPr txBox="1">
            <a:spLocks noChangeArrowheads="1"/>
          </p:cNvSpPr>
          <p:nvPr/>
        </p:nvSpPr>
        <p:spPr bwMode="auto">
          <a:xfrm>
            <a:off x="1524000" y="2514600"/>
            <a:ext cx="7507647" cy="3693319"/>
          </a:xfrm>
          <a:prstGeom prst="rect"/>
          <a:noFill/>
          <a:ln>
            <a:noFill/>
          </a:ln>
        </p:spPr>
        <p:txBody>
          <a:bodyPr wrap="squar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pPr indent="-342900" marL="342900">
              <a:buFont typeface="Wingdings" pitchFamily="2" charset="2"/>
              <a:buChar char="ü"/>
            </a:pPr>
            <a:r>
              <a:rPr b="1" dirty="0" lang="en-US" smtClean="0">
                <a:solidFill>
                  <a:schemeClr val="accent1"/>
                </a:solidFill>
                <a:latin typeface="Times New Roman" pitchFamily="18" charset="0"/>
                <a:cs typeface="Times New Roman" pitchFamily="18" charset="0"/>
              </a:rPr>
              <a:t>The conclusion</a:t>
            </a:r>
            <a:r>
              <a:rPr dirty="0" lang="en-US" smtClean="0">
                <a:latin typeface="Times New Roman" pitchFamily="18" charset="0"/>
                <a:cs typeface="Times New Roman" pitchFamily="18" charset="0"/>
              </a:rPr>
              <a:t>, like the concluding sentence in a paragraph, is a summary or review of the main points discussed in the body.</a:t>
            </a:r>
          </a:p>
          <a:p>
            <a:endParaRPr dirty="0" lang="en-US" smtClean="0">
              <a:latin typeface="Times New Roman" pitchFamily="18" charset="0"/>
              <a:cs typeface="Times New Roman" pitchFamily="18" charset="0"/>
            </a:endParaRPr>
          </a:p>
          <a:p>
            <a:r>
              <a:rPr dirty="0" lang="en-US" smtClean="0">
                <a:latin typeface="Times New Roman" pitchFamily="18" charset="0"/>
                <a:cs typeface="Times New Roman" pitchFamily="18" charset="0"/>
              </a:rPr>
              <a:t>The </a:t>
            </a:r>
            <a:r>
              <a:rPr b="1" dirty="0" lang="en-US" smtClean="0">
                <a:solidFill>
                  <a:schemeClr val="accent1"/>
                </a:solidFill>
                <a:latin typeface="Times New Roman" pitchFamily="18" charset="0"/>
                <a:cs typeface="Times New Roman" pitchFamily="18" charset="0"/>
              </a:rPr>
              <a:t>conclusion</a:t>
            </a:r>
            <a:r>
              <a:rPr dirty="0" lang="en-US" smtClean="0">
                <a:latin typeface="Times New Roman" pitchFamily="18" charset="0"/>
                <a:cs typeface="Times New Roman" pitchFamily="18" charset="0"/>
              </a:rPr>
              <a:t> is the final paragraph in an essay. It has </a:t>
            </a:r>
            <a:r>
              <a:rPr b="1" dirty="0" lang="en-US" smtClean="0">
                <a:solidFill>
                  <a:schemeClr val="accent1"/>
                </a:solidFill>
                <a:latin typeface="Times New Roman" pitchFamily="18" charset="0"/>
                <a:cs typeface="Times New Roman" pitchFamily="18" charset="0"/>
              </a:rPr>
              <a:t>three purposes</a:t>
            </a:r>
            <a:r>
              <a:rPr dirty="0" lang="en-US" smtClean="0">
                <a:latin typeface="Times New Roman" pitchFamily="18" charset="0"/>
                <a:cs typeface="Times New Roman" pitchFamily="18" charset="0"/>
              </a:rPr>
              <a:t>.</a:t>
            </a:r>
          </a:p>
          <a:p>
            <a:r>
              <a:rPr dirty="0" lang="en-US" smtClean="0">
                <a:latin typeface="Times New Roman" pitchFamily="18" charset="0"/>
                <a:cs typeface="Times New Roman" pitchFamily="18" charset="0"/>
              </a:rPr>
              <a:t>1. It signals the end of the essay. To do so, begin your conclusion with a transition signal. </a:t>
            </a:r>
          </a:p>
          <a:p>
            <a:r>
              <a:rPr dirty="0" lang="en-US" smtClean="0">
                <a:latin typeface="Times New Roman" pitchFamily="18" charset="0"/>
                <a:cs typeface="Times New Roman" pitchFamily="18" charset="0"/>
              </a:rPr>
              <a:t>2. It reminds your reader of your main points, which you can do in one of two ways: You can</a:t>
            </a:r>
          </a:p>
          <a:p>
            <a:r>
              <a:rPr dirty="0" lang="en-US" smtClean="0">
                <a:latin typeface="Times New Roman" pitchFamily="18" charset="0"/>
                <a:cs typeface="Times New Roman" pitchFamily="18" charset="0"/>
              </a:rPr>
              <a:t>• summarize your subtopics.</a:t>
            </a:r>
          </a:p>
          <a:p>
            <a:r>
              <a:rPr dirty="0" lang="en-US" smtClean="0">
                <a:latin typeface="Times New Roman" pitchFamily="18" charset="0"/>
                <a:cs typeface="Times New Roman" pitchFamily="18" charset="0"/>
              </a:rPr>
              <a:t>• paraphrase your thesis.</a:t>
            </a:r>
          </a:p>
          <a:p>
            <a:r>
              <a:rPr dirty="0" lang="en-US" smtClean="0">
                <a:latin typeface="Times New Roman" pitchFamily="18" charset="0"/>
                <a:cs typeface="Times New Roman" pitchFamily="18" charset="0"/>
              </a:rPr>
              <a:t>3. It leaves your reader with your final thoughts on the topic. This is your</a:t>
            </a:r>
          </a:p>
          <a:p>
            <a:r>
              <a:rPr dirty="0" lang="en-US" smtClean="0">
                <a:latin typeface="Times New Roman" pitchFamily="18" charset="0"/>
                <a:cs typeface="Times New Roman" pitchFamily="18" charset="0"/>
              </a:rPr>
              <a:t>opportunity to convey a strong, effective message that your reader will</a:t>
            </a:r>
          </a:p>
          <a:p>
            <a:r>
              <a:rPr dirty="0" lang="en-US" smtClean="0">
                <a:latin typeface="Times New Roman" pitchFamily="18" charset="0"/>
                <a:cs typeface="Times New Roman" pitchFamily="18" charset="0"/>
              </a:rPr>
              <a:t>remember.</a:t>
            </a:r>
            <a:endParaRPr dirty="0" lang="en-US">
              <a:latin typeface="Times New Roman" pitchFamily="18" charset="0"/>
              <a:cs typeface="Times New Roman" pitchFamily="18" charset="0"/>
            </a:endParaRPr>
          </a:p>
        </p:txBody>
      </p:sp>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93" name="Title 1"/>
          <p:cNvSpPr>
            <a:spLocks noGrp="1"/>
          </p:cNvSpPr>
          <p:nvPr>
            <p:ph type="title"/>
          </p:nvPr>
        </p:nvSpPr>
        <p:spPr>
          <a:xfrm>
            <a:off x="612775" y="228600"/>
            <a:ext cx="8153400" cy="990600"/>
          </a:xfrm>
        </p:spPr>
        <p:txBody>
          <a:bodyPr/>
          <a:p>
            <a:r>
              <a:rPr dirty="0" lang="en-US" smtClean="0"/>
              <a:t>Paragraph Structure</a:t>
            </a:r>
            <a:endParaRPr dirty="0" lang="en-US" smtClean="0"/>
          </a:p>
        </p:txBody>
      </p:sp>
      <p:graphicFrame>
        <p:nvGraphicFramePr>
          <p:cNvPr id="4194318" name="Content Placeholder 3"/>
          <p:cNvGraphicFramePr>
            <a:graphicFrameLocks noGrp="1"/>
          </p:cNvGraphicFramePr>
          <p:nvPr>
            <p:ph idx="1"/>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94" name="Isosceles Triangle 4"/>
          <p:cNvSpPr/>
          <p:nvPr/>
        </p:nvSpPr>
        <p:spPr>
          <a:xfrm>
            <a:off x="3429000" y="4876800"/>
            <a:ext cx="1219200" cy="1371600"/>
          </a:xfrm>
          <a:prstGeom prst="triangle"/>
        </p:spPr>
        <p:style>
          <a:lnRef idx="0">
            <a:schemeClr val="accent1"/>
          </a:lnRef>
          <a:fillRef idx="3">
            <a:schemeClr val="accent1"/>
          </a:fillRef>
          <a:effectRef idx="3">
            <a:schemeClr val="accent1"/>
          </a:effectRef>
          <a:fontRef idx="minor">
            <a:schemeClr val="lt1"/>
          </a:fontRef>
        </p:style>
        <p:txBody>
          <a:bodyPr anchor="ctr"/>
          <a:p>
            <a:pPr algn="ctr" fontAlgn="auto">
              <a:spcBef>
                <a:spcPts val="0"/>
              </a:spcBef>
              <a:spcAft>
                <a:spcPts val="0"/>
              </a:spcAft>
            </a:pPr>
            <a:endParaRPr dirty="0" lang="en-US"/>
          </a:p>
        </p:txBody>
      </p:sp>
      <p:sp>
        <p:nvSpPr>
          <p:cNvPr id="1048695" name="Isosceles Triangle 5"/>
          <p:cNvSpPr/>
          <p:nvPr/>
        </p:nvSpPr>
        <p:spPr>
          <a:xfrm rot="10800000">
            <a:off x="3429000" y="1600200"/>
            <a:ext cx="1219200" cy="1219200"/>
          </a:xfrm>
          <a:prstGeom prst="triangle"/>
        </p:spPr>
        <p:style>
          <a:lnRef idx="0">
            <a:schemeClr val="accent3"/>
          </a:lnRef>
          <a:fillRef idx="3">
            <a:schemeClr val="accent3"/>
          </a:fillRef>
          <a:effectRef idx="3">
            <a:schemeClr val="accent3"/>
          </a:effectRef>
          <a:fontRef idx="minor">
            <a:schemeClr val="lt1"/>
          </a:fontRef>
        </p:style>
        <p:txBody>
          <a:bodyPr anchor="ctr"/>
          <a:p>
            <a:pPr algn="ctr" fontAlgn="auto">
              <a:spcBef>
                <a:spcPts val="0"/>
              </a:spcBef>
              <a:spcAft>
                <a:spcPts val="0"/>
              </a:spcAft>
            </a:pPr>
            <a:endParaRPr dirty="0" lang="en-US"/>
          </a:p>
        </p:txBody>
      </p:sp>
      <p:sp>
        <p:nvSpPr>
          <p:cNvPr id="1048696" name="Rectangle 6"/>
          <p:cNvSpPr/>
          <p:nvPr/>
        </p:nvSpPr>
        <p:spPr>
          <a:xfrm>
            <a:off x="3429000" y="3048000"/>
            <a:ext cx="1219200" cy="1752600"/>
          </a:xfrm>
          <a:prstGeom prst="rect"/>
        </p:spPr>
        <p:style>
          <a:lnRef idx="0">
            <a:schemeClr val="accent2"/>
          </a:lnRef>
          <a:fillRef idx="3">
            <a:schemeClr val="accent2"/>
          </a:fillRef>
          <a:effectRef idx="3">
            <a:schemeClr val="accent2"/>
          </a:effectRef>
          <a:fontRef idx="minor">
            <a:schemeClr val="lt1"/>
          </a:fontRef>
        </p:style>
        <p:txBody>
          <a:bodyPr anchor="ctr"/>
          <a:p>
            <a:pPr algn="ctr" fontAlgn="auto">
              <a:spcBef>
                <a:spcPts val="0"/>
              </a:spcBef>
              <a:spcAft>
                <a:spcPts val="0"/>
              </a:spcAft>
            </a:pPr>
            <a:endParaRPr dirty="0" lang="en-US"/>
          </a:p>
        </p:txBody>
      </p:sp>
      <p:sp>
        <p:nvSpPr>
          <p:cNvPr id="1048697" name="TextBox 7"/>
          <p:cNvSpPr txBox="1">
            <a:spLocks noChangeArrowheads="1"/>
          </p:cNvSpPr>
          <p:nvPr/>
        </p:nvSpPr>
        <p:spPr bwMode="auto">
          <a:xfrm>
            <a:off x="4800600" y="2362200"/>
            <a:ext cx="1233488" cy="369888"/>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w Cen MT" pitchFamily="34" charset="0"/>
              </a:rPr>
              <a:t>Introduction</a:t>
            </a:r>
          </a:p>
        </p:txBody>
      </p:sp>
      <p:sp>
        <p:nvSpPr>
          <p:cNvPr id="1048698" name="TextBox 8"/>
          <p:cNvSpPr txBox="1">
            <a:spLocks noChangeArrowheads="1"/>
          </p:cNvSpPr>
          <p:nvPr/>
        </p:nvSpPr>
        <p:spPr bwMode="auto">
          <a:xfrm>
            <a:off x="4876800" y="3733800"/>
            <a:ext cx="650875" cy="369888"/>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w Cen MT" pitchFamily="34" charset="0"/>
              </a:rPr>
              <a:t>Body</a:t>
            </a:r>
          </a:p>
        </p:txBody>
      </p:sp>
      <p:sp>
        <p:nvSpPr>
          <p:cNvPr id="1048699" name="TextBox 9"/>
          <p:cNvSpPr txBox="1">
            <a:spLocks noChangeArrowheads="1"/>
          </p:cNvSpPr>
          <p:nvPr/>
        </p:nvSpPr>
        <p:spPr bwMode="auto">
          <a:xfrm>
            <a:off x="2362200" y="5410200"/>
            <a:ext cx="1125538" cy="369888"/>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w Cen MT" pitchFamily="34" charset="0"/>
              </a:rPr>
              <a:t>Conclusion</a:t>
            </a:r>
          </a:p>
        </p:txBody>
      </p:sp>
      <p:sp>
        <p:nvSpPr>
          <p:cNvPr id="1048700" name="Oval 10"/>
          <p:cNvSpPr/>
          <p:nvPr/>
        </p:nvSpPr>
        <p:spPr>
          <a:xfrm>
            <a:off x="3962400" y="2819400"/>
            <a:ext cx="152400" cy="152400"/>
          </a:xfrm>
          <a:prstGeom prst="ellipse"/>
        </p:spPr>
        <p:style>
          <a:lnRef idx="0">
            <a:schemeClr val="accent4"/>
          </a:lnRef>
          <a:fillRef idx="3">
            <a:schemeClr val="accent4"/>
          </a:fillRef>
          <a:effectRef idx="3">
            <a:schemeClr val="accent4"/>
          </a:effectRef>
          <a:fontRef idx="minor">
            <a:schemeClr val="lt1"/>
          </a:fontRef>
        </p:style>
        <p:txBody>
          <a:bodyPr anchor="ctr"/>
          <a:p>
            <a:pPr algn="ctr" fontAlgn="auto">
              <a:spcBef>
                <a:spcPts val="0"/>
              </a:spcBef>
              <a:spcAft>
                <a:spcPts val="0"/>
              </a:spcAft>
            </a:pPr>
            <a:endParaRPr dirty="0" lang="en-US"/>
          </a:p>
        </p:txBody>
      </p:sp>
      <p:sp>
        <p:nvSpPr>
          <p:cNvPr id="1048701" name="TextBox 11"/>
          <p:cNvSpPr txBox="1">
            <a:spLocks noChangeArrowheads="1"/>
          </p:cNvSpPr>
          <p:nvPr/>
        </p:nvSpPr>
        <p:spPr bwMode="auto">
          <a:xfrm>
            <a:off x="2133600" y="2667000"/>
            <a:ext cx="1685925" cy="369888"/>
          </a:xfrm>
          <a:prstGeom prst="rect"/>
          <a:noFill/>
          <a:ln>
            <a:noFill/>
          </a:ln>
        </p:spPr>
        <p:txBody>
          <a:bodyPr wrap="none">
            <a:spAutoFit/>
          </a:bodyPr>
          <a:lstStyle>
            <a:lvl1pPr>
              <a:defRPr>
                <a:solidFill>
                  <a:schemeClr val="tx1"/>
                </a:solidFill>
                <a:latin typeface="Cambria" pitchFamily="18" charset="0"/>
              </a:defRPr>
            </a:lvl1pPr>
            <a:lvl2pPr indent="-285750" marL="742950">
              <a:defRPr>
                <a:solidFill>
                  <a:schemeClr val="tx1"/>
                </a:solidFill>
                <a:latin typeface="Cambria" pitchFamily="18" charset="0"/>
              </a:defRPr>
            </a:lvl2pPr>
            <a:lvl3pPr indent="-228600" marL="1143000">
              <a:defRPr>
                <a:solidFill>
                  <a:schemeClr val="tx1"/>
                </a:solidFill>
                <a:latin typeface="Cambria" pitchFamily="18" charset="0"/>
              </a:defRPr>
            </a:lvl3pPr>
            <a:lvl4pPr indent="-228600" marL="1600200">
              <a:defRPr>
                <a:solidFill>
                  <a:schemeClr val="tx1"/>
                </a:solidFill>
                <a:latin typeface="Cambria" pitchFamily="18" charset="0"/>
              </a:defRPr>
            </a:lvl4pPr>
            <a:lvl5pPr indent="-228600" marL="2057400">
              <a:defRPr>
                <a:solidFill>
                  <a:schemeClr val="tx1"/>
                </a:solidFill>
                <a:latin typeface="Cambria" pitchFamily="18" charset="0"/>
              </a:defRPr>
            </a:lvl5pPr>
            <a:lvl6pPr algn="l" fontAlgn="base" indent="-228600" marL="2514600" rtl="0">
              <a:spcBef>
                <a:spcPct val="0"/>
              </a:spcBef>
              <a:spcAft>
                <a:spcPct val="0"/>
              </a:spcAft>
              <a:defRPr>
                <a:solidFill>
                  <a:schemeClr val="tx1"/>
                </a:solidFill>
                <a:latin typeface="Cambria" pitchFamily="18" charset="0"/>
              </a:defRPr>
            </a:lvl6pPr>
            <a:lvl7pPr algn="l" fontAlgn="base" indent="-228600" marL="2971800" rtl="0">
              <a:spcBef>
                <a:spcPct val="0"/>
              </a:spcBef>
              <a:spcAft>
                <a:spcPct val="0"/>
              </a:spcAft>
              <a:defRPr>
                <a:solidFill>
                  <a:schemeClr val="tx1"/>
                </a:solidFill>
                <a:latin typeface="Cambria" pitchFamily="18" charset="0"/>
              </a:defRPr>
            </a:lvl7pPr>
            <a:lvl8pPr algn="l" fontAlgn="base" indent="-228600" marL="3429000" rtl="0">
              <a:spcBef>
                <a:spcPct val="0"/>
              </a:spcBef>
              <a:spcAft>
                <a:spcPct val="0"/>
              </a:spcAft>
              <a:defRPr>
                <a:solidFill>
                  <a:schemeClr val="tx1"/>
                </a:solidFill>
                <a:latin typeface="Cambria" pitchFamily="18" charset="0"/>
              </a:defRPr>
            </a:lvl8pPr>
            <a:lvl9pPr algn="l" fontAlgn="base" indent="-228600" marL="3886200" rtl="0">
              <a:spcBef>
                <a:spcPct val="0"/>
              </a:spcBef>
              <a:spcAft>
                <a:spcPct val="0"/>
              </a:spcAft>
              <a:defRPr>
                <a:solidFill>
                  <a:schemeClr val="tx1"/>
                </a:solidFill>
                <a:latin typeface="Cambria" pitchFamily="18" charset="0"/>
              </a:defRPr>
            </a:lvl9pPr>
          </a:lstStyle>
          <a:p>
            <a:r>
              <a:rPr dirty="0" lang="en-US">
                <a:latin typeface="Tw Cen MT" pitchFamily="34" charset="0"/>
              </a:rPr>
              <a:t>Thesis Statement</a:t>
            </a:r>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705" name="Title 1"/>
          <p:cNvSpPr>
            <a:spLocks noGrp="1"/>
          </p:cNvSpPr>
          <p:nvPr>
            <p:ph type="title"/>
          </p:nvPr>
        </p:nvSpPr>
        <p:spPr/>
        <p:txBody>
          <a:bodyPr/>
          <a:p>
            <a:r>
              <a:rPr dirty="0" lang="en-US" smtClean="0"/>
              <a:t>Introduction</a:t>
            </a:r>
          </a:p>
        </p:txBody>
      </p:sp>
      <p:sp>
        <p:nvSpPr>
          <p:cNvPr id="1048706" name="Content Placeholder 2"/>
          <p:cNvSpPr>
            <a:spLocks noGrp="1"/>
          </p:cNvSpPr>
          <p:nvPr>
            <p:ph idx="1"/>
          </p:nvPr>
        </p:nvSpPr>
        <p:spPr/>
        <p:txBody>
          <a:bodyPr rtlCol="0">
            <a:normAutofit/>
          </a:bodyPr>
          <a:p>
            <a:pPr fontAlgn="auto">
              <a:spcAft>
                <a:spcPts val="0"/>
              </a:spcAft>
            </a:pPr>
            <a:r>
              <a:rPr dirty="0" lang="en-US" smtClean="0">
                <a:solidFill>
                  <a:schemeClr val="tx1">
                    <a:lumMod val="75000"/>
                    <a:lumOff val="25000"/>
                  </a:schemeClr>
                </a:solidFill>
              </a:rPr>
              <a:t>First part of an essay</a:t>
            </a:r>
          </a:p>
          <a:p>
            <a:pPr fontAlgn="auto">
              <a:spcAft>
                <a:spcPts val="0"/>
              </a:spcAft>
            </a:pPr>
            <a:r>
              <a:rPr dirty="0" lang="en-US" smtClean="0">
                <a:solidFill>
                  <a:schemeClr val="tx1">
                    <a:lumMod val="75000"/>
                    <a:lumOff val="25000"/>
                  </a:schemeClr>
                </a:solidFill>
              </a:rPr>
              <a:t>Try to capture the reader’s attention</a:t>
            </a:r>
          </a:p>
          <a:p>
            <a:pPr fontAlgn="auto">
              <a:spcAft>
                <a:spcPts val="0"/>
              </a:spcAft>
            </a:pPr>
            <a:endParaRPr dirty="0" lang="en-US">
              <a:solidFill>
                <a:schemeClr val="tx1">
                  <a:lumMod val="75000"/>
                  <a:lumOff val="25000"/>
                </a:schemeClr>
              </a:solidFill>
            </a:endParaRPr>
          </a:p>
          <a:p>
            <a:pPr fontAlgn="auto" indent="0" marL="0">
              <a:spcAft>
                <a:spcPts val="0"/>
              </a:spcAft>
              <a:buFont typeface="Rage Italic" pitchFamily="66" charset="0"/>
              <a:buNone/>
            </a:pPr>
            <a:r>
              <a:rPr dirty="0" lang="en-US" smtClean="0">
                <a:solidFill>
                  <a:schemeClr val="tx1">
                    <a:lumMod val="75000"/>
                    <a:lumOff val="25000"/>
                  </a:schemeClr>
                </a:solidFill>
              </a:rPr>
              <a:t>Introduction Format</a:t>
            </a:r>
          </a:p>
          <a:p>
            <a:pPr fontAlgn="auto">
              <a:spcAft>
                <a:spcPts val="0"/>
              </a:spcAft>
            </a:pPr>
            <a:r>
              <a:rPr dirty="0" lang="en-US" smtClean="0">
                <a:solidFill>
                  <a:srgbClr val="FF0000"/>
                </a:solidFill>
              </a:rPr>
              <a:t>1. Attention getter </a:t>
            </a:r>
          </a:p>
          <a:p>
            <a:pPr fontAlgn="auto">
              <a:spcAft>
                <a:spcPts val="0"/>
              </a:spcAft>
            </a:pPr>
            <a:r>
              <a:rPr dirty="0" lang="en-US" smtClean="0">
                <a:solidFill>
                  <a:srgbClr val="00B050"/>
                </a:solidFill>
              </a:rPr>
              <a:t>2. State your problem</a:t>
            </a:r>
          </a:p>
          <a:p>
            <a:pPr fontAlgn="auto">
              <a:spcAft>
                <a:spcPts val="0"/>
              </a:spcAft>
            </a:pPr>
            <a:r>
              <a:rPr dirty="0" lang="en-US" smtClean="0">
                <a:solidFill>
                  <a:srgbClr val="0070C0"/>
                </a:solidFill>
              </a:rPr>
              <a:t>3. Bridge or transition sentences</a:t>
            </a:r>
          </a:p>
          <a:p>
            <a:pPr fontAlgn="auto">
              <a:spcAft>
                <a:spcPts val="0"/>
              </a:spcAft>
            </a:pPr>
            <a:r>
              <a:rPr dirty="0" lang="en-US" smtClean="0">
                <a:solidFill>
                  <a:srgbClr val="7030A0"/>
                </a:solidFill>
              </a:rPr>
              <a:t>4. Thesis statement (always at the end)</a:t>
            </a:r>
          </a:p>
        </p:txBody>
      </p:sp>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713" name="Rectangle 4"/>
          <p:cNvSpPr>
            <a:spLocks noGrp="1" noChangeArrowheads="1"/>
          </p:cNvSpPr>
          <p:nvPr>
            <p:ph type="title"/>
          </p:nvPr>
        </p:nvSpPr>
        <p:spPr/>
        <p:txBody>
          <a:bodyPr/>
          <a:p>
            <a:r>
              <a:rPr dirty="0" sz="3800" lang="en-US" smtClean="0"/>
              <a:t>Ways to Start Your Introduction</a:t>
            </a:r>
          </a:p>
        </p:txBody>
      </p:sp>
      <p:sp>
        <p:nvSpPr>
          <p:cNvPr id="1048714" name="Rectangle 5"/>
          <p:cNvSpPr>
            <a:spLocks noGrp="1" noChangeArrowheads="1"/>
          </p:cNvSpPr>
          <p:nvPr>
            <p:ph sz="quarter" idx="13"/>
          </p:nvPr>
        </p:nvSpPr>
        <p:spPr>
          <a:xfrm>
            <a:off x="841375" y="2038350"/>
            <a:ext cx="3657600" cy="3951288"/>
          </a:xfrm>
        </p:spPr>
        <p:txBody>
          <a:bodyPr rtlCol="0">
            <a:normAutofit fontScale="92500" lnSpcReduction="10000"/>
          </a:bodyPr>
          <a:p>
            <a:pPr fontAlgn="auto">
              <a:lnSpc>
                <a:spcPct val="80000"/>
              </a:lnSpc>
              <a:spcAft>
                <a:spcPts val="0"/>
              </a:spcAft>
            </a:pPr>
            <a:r>
              <a:rPr dirty="0" sz="1800" lang="en-US" u="sng">
                <a:solidFill>
                  <a:schemeClr val="tx1">
                    <a:lumMod val="75000"/>
                    <a:lumOff val="25000"/>
                  </a:schemeClr>
                </a:solidFill>
              </a:rPr>
              <a:t>Strategy</a:t>
            </a:r>
          </a:p>
          <a:p>
            <a:pPr fontAlgn="auto" lvl="1" marL="557784">
              <a:lnSpc>
                <a:spcPct val="80000"/>
              </a:lnSpc>
              <a:spcAft>
                <a:spcPts val="0"/>
              </a:spcAft>
            </a:pPr>
            <a:r>
              <a:rPr dirty="0" sz="1700" lang="en-US">
                <a:solidFill>
                  <a:schemeClr val="tx1">
                    <a:lumMod val="75000"/>
                    <a:lumOff val="25000"/>
                  </a:schemeClr>
                </a:solidFill>
              </a:rPr>
              <a:t>Provide some </a:t>
            </a:r>
            <a:r>
              <a:rPr b="1" dirty="0" sz="1700" lang="en-US">
                <a:solidFill>
                  <a:schemeClr val="tx1">
                    <a:lumMod val="75000"/>
                    <a:lumOff val="25000"/>
                  </a:schemeClr>
                </a:solidFill>
              </a:rPr>
              <a:t>interesting background</a:t>
            </a:r>
            <a:r>
              <a:rPr dirty="0" sz="1700" lang="en-US">
                <a:solidFill>
                  <a:schemeClr val="tx1">
                    <a:lumMod val="75000"/>
                    <a:lumOff val="25000"/>
                  </a:schemeClr>
                </a:solidFill>
              </a:rPr>
              <a:t> about the topic in the form of a general statement</a:t>
            </a: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r>
              <a:rPr dirty="0" sz="1700" lang="en-US">
                <a:solidFill>
                  <a:schemeClr val="tx1">
                    <a:lumMod val="75000"/>
                    <a:lumOff val="25000"/>
                  </a:schemeClr>
                </a:solidFill>
              </a:rPr>
              <a:t>Use a thought-provoking </a:t>
            </a:r>
            <a:r>
              <a:rPr b="1" dirty="0" sz="1700" lang="en-US" smtClean="0">
                <a:solidFill>
                  <a:schemeClr val="tx1">
                    <a:lumMod val="75000"/>
                    <a:lumOff val="25000"/>
                  </a:schemeClr>
                </a:solidFill>
              </a:rPr>
              <a:t>quotation</a:t>
            </a:r>
          </a:p>
          <a:p>
            <a:pPr fontAlgn="auto" lvl="1" marL="557784">
              <a:lnSpc>
                <a:spcPct val="80000"/>
              </a:lnSpc>
              <a:spcAft>
                <a:spcPts val="0"/>
              </a:spcAft>
            </a:pPr>
            <a:endParaRPr b="1" dirty="0" sz="1700" lang="en-US">
              <a:solidFill>
                <a:schemeClr val="tx1">
                  <a:lumMod val="75000"/>
                  <a:lumOff val="25000"/>
                </a:schemeClr>
              </a:solidFill>
            </a:endParaRPr>
          </a:p>
          <a:p>
            <a:pPr fontAlgn="auto" lvl="1" marL="557784">
              <a:lnSpc>
                <a:spcPct val="80000"/>
              </a:lnSpc>
              <a:spcAft>
                <a:spcPts val="0"/>
              </a:spcAft>
            </a:pPr>
            <a:endParaRPr b="1" dirty="0" sz="1700" lang="en-US">
              <a:solidFill>
                <a:schemeClr val="tx1">
                  <a:lumMod val="75000"/>
                  <a:lumOff val="25000"/>
                </a:schemeClr>
              </a:solidFill>
            </a:endParaRP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r>
              <a:rPr dirty="0" sz="1700" lang="en-US">
                <a:solidFill>
                  <a:schemeClr val="tx1">
                    <a:lumMod val="75000"/>
                    <a:lumOff val="25000"/>
                  </a:schemeClr>
                </a:solidFill>
              </a:rPr>
              <a:t>Ask a </a:t>
            </a:r>
            <a:r>
              <a:rPr b="1" dirty="0" sz="1700" lang="en-US">
                <a:solidFill>
                  <a:schemeClr val="tx1">
                    <a:lumMod val="75000"/>
                    <a:lumOff val="25000"/>
                  </a:schemeClr>
                </a:solidFill>
              </a:rPr>
              <a:t>question</a:t>
            </a:r>
            <a:r>
              <a:rPr dirty="0" sz="1700" lang="en-US">
                <a:solidFill>
                  <a:schemeClr val="tx1">
                    <a:lumMod val="75000"/>
                    <a:lumOff val="25000"/>
                  </a:schemeClr>
                </a:solidFill>
              </a:rPr>
              <a:t> about your topic</a:t>
            </a:r>
          </a:p>
          <a:p>
            <a:pPr fontAlgn="auto" lvl="1" marL="557784">
              <a:lnSpc>
                <a:spcPct val="80000"/>
              </a:lnSpc>
              <a:spcAft>
                <a:spcPts val="0"/>
              </a:spcAft>
            </a:pPr>
            <a:endParaRPr dirty="0" sz="1700" lang="en-US" smtClean="0">
              <a:solidFill>
                <a:schemeClr val="tx1">
                  <a:lumMod val="75000"/>
                  <a:lumOff val="25000"/>
                </a:schemeClr>
              </a:solidFill>
            </a:endParaRP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r>
              <a:rPr dirty="0" sz="1700" lang="en-US">
                <a:solidFill>
                  <a:schemeClr val="tx1">
                    <a:lumMod val="75000"/>
                    <a:lumOff val="25000"/>
                  </a:schemeClr>
                </a:solidFill>
              </a:rPr>
              <a:t>State a </a:t>
            </a:r>
            <a:r>
              <a:rPr b="1" dirty="0" sz="1700" lang="en-US">
                <a:solidFill>
                  <a:schemeClr val="tx1">
                    <a:lumMod val="75000"/>
                    <a:lumOff val="25000"/>
                  </a:schemeClr>
                </a:solidFill>
              </a:rPr>
              <a:t>surprising fact</a:t>
            </a:r>
            <a:r>
              <a:rPr dirty="0" sz="1700" lang="en-US">
                <a:solidFill>
                  <a:schemeClr val="tx1">
                    <a:lumMod val="75000"/>
                    <a:lumOff val="25000"/>
                  </a:schemeClr>
                </a:solidFill>
              </a:rPr>
              <a:t> or a </a:t>
            </a:r>
            <a:r>
              <a:rPr b="1" dirty="0" sz="1700" lang="en-US" smtClean="0">
                <a:solidFill>
                  <a:schemeClr val="tx1">
                    <a:lumMod val="75000"/>
                    <a:lumOff val="25000"/>
                  </a:schemeClr>
                </a:solidFill>
              </a:rPr>
              <a:t>puzzling statement</a:t>
            </a:r>
          </a:p>
          <a:p>
            <a:pPr fontAlgn="auto" lvl="1" marL="557784">
              <a:lnSpc>
                <a:spcPct val="80000"/>
              </a:lnSpc>
              <a:spcAft>
                <a:spcPts val="0"/>
              </a:spcAft>
            </a:pPr>
            <a:endParaRPr b="1" dirty="0" sz="1700" lang="en-US">
              <a:solidFill>
                <a:schemeClr val="tx1">
                  <a:lumMod val="75000"/>
                  <a:lumOff val="25000"/>
                </a:schemeClr>
              </a:solidFill>
            </a:endParaRPr>
          </a:p>
          <a:p>
            <a:pPr fontAlgn="auto" lvl="1" marL="557784">
              <a:lnSpc>
                <a:spcPct val="80000"/>
              </a:lnSpc>
              <a:spcAft>
                <a:spcPts val="0"/>
              </a:spcAft>
            </a:pPr>
            <a:r>
              <a:rPr dirty="0" sz="1700" lang="en-US" smtClean="0">
                <a:solidFill>
                  <a:schemeClr val="tx1">
                    <a:lumMod val="75000"/>
                    <a:lumOff val="25000"/>
                  </a:schemeClr>
                </a:solidFill>
              </a:rPr>
              <a:t>Start with a </a:t>
            </a:r>
            <a:r>
              <a:rPr b="1" dirty="0" sz="1700" lang="en-US" smtClean="0">
                <a:solidFill>
                  <a:schemeClr val="tx1">
                    <a:lumMod val="75000"/>
                    <a:lumOff val="25000"/>
                  </a:schemeClr>
                </a:solidFill>
              </a:rPr>
              <a:t>short story</a:t>
            </a:r>
            <a:endParaRPr b="1" dirty="0" sz="1700" lang="en-US">
              <a:solidFill>
                <a:schemeClr val="tx1">
                  <a:lumMod val="75000"/>
                  <a:lumOff val="25000"/>
                </a:schemeClr>
              </a:solidFill>
            </a:endParaRPr>
          </a:p>
          <a:p>
            <a:pPr fontAlgn="auto" lvl="1" marL="557784">
              <a:lnSpc>
                <a:spcPct val="80000"/>
              </a:lnSpc>
              <a:spcAft>
                <a:spcPts val="0"/>
              </a:spcAft>
              <a:buFont typeface="Wingdings" pitchFamily="2" charset="2"/>
              <a:buNone/>
            </a:pPr>
            <a:endParaRPr dirty="0" sz="1700" lang="en-US" u="sng">
              <a:solidFill>
                <a:schemeClr val="tx1">
                  <a:lumMod val="75000"/>
                  <a:lumOff val="25000"/>
                </a:schemeClr>
              </a:solidFill>
            </a:endParaRPr>
          </a:p>
        </p:txBody>
      </p:sp>
      <p:sp>
        <p:nvSpPr>
          <p:cNvPr id="1048715" name="Rectangle 6"/>
          <p:cNvSpPr>
            <a:spLocks noGrp="1" noChangeArrowheads="1"/>
          </p:cNvSpPr>
          <p:nvPr>
            <p:ph sz="quarter" idx="14"/>
          </p:nvPr>
        </p:nvSpPr>
        <p:spPr>
          <a:xfrm>
            <a:off x="4645025" y="2038350"/>
            <a:ext cx="3657600" cy="3951288"/>
          </a:xfrm>
        </p:spPr>
        <p:txBody>
          <a:bodyPr rtlCol="0">
            <a:normAutofit fontScale="92500" lnSpcReduction="10000"/>
          </a:bodyPr>
          <a:p>
            <a:pPr fontAlgn="auto">
              <a:lnSpc>
                <a:spcPct val="80000"/>
              </a:lnSpc>
              <a:spcAft>
                <a:spcPts val="0"/>
              </a:spcAft>
            </a:pPr>
            <a:r>
              <a:rPr dirty="0" sz="1800" lang="en-US" u="sng">
                <a:solidFill>
                  <a:schemeClr val="tx1">
                    <a:lumMod val="75000"/>
                    <a:lumOff val="25000"/>
                  </a:schemeClr>
                </a:solidFill>
              </a:rPr>
              <a:t>Examples</a:t>
            </a:r>
          </a:p>
          <a:p>
            <a:pPr fontAlgn="auto" lvl="1" marL="557784">
              <a:lnSpc>
                <a:spcPct val="80000"/>
              </a:lnSpc>
              <a:spcAft>
                <a:spcPts val="0"/>
              </a:spcAft>
            </a:pPr>
            <a:r>
              <a:rPr dirty="0" sz="1700" lang="en-US">
                <a:solidFill>
                  <a:schemeClr val="tx1">
                    <a:lumMod val="75000"/>
                    <a:lumOff val="25000"/>
                  </a:schemeClr>
                </a:solidFill>
              </a:rPr>
              <a:t>Today’s </a:t>
            </a:r>
            <a:r>
              <a:rPr dirty="0" sz="1700" lang="en-US" smtClean="0">
                <a:solidFill>
                  <a:schemeClr val="tx1">
                    <a:lumMod val="75000"/>
                    <a:lumOff val="25000"/>
                  </a:schemeClr>
                </a:solidFill>
              </a:rPr>
              <a:t>gnome owners become </a:t>
            </a:r>
            <a:r>
              <a:rPr dirty="0" sz="1700" lang="en-US">
                <a:solidFill>
                  <a:schemeClr val="tx1">
                    <a:lumMod val="75000"/>
                    <a:lumOff val="25000"/>
                  </a:schemeClr>
                </a:solidFill>
              </a:rPr>
              <a:t>tomorrow’s leaders.</a:t>
            </a: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r>
              <a:rPr dirty="0" sz="1700" lang="en-US" smtClean="0">
                <a:solidFill>
                  <a:schemeClr val="tx1">
                    <a:lumMod val="75000"/>
                    <a:lumOff val="25000"/>
                  </a:schemeClr>
                </a:solidFill>
              </a:rPr>
              <a:t>“Gnomes are creatures to be loved, not feared!” </a:t>
            </a:r>
            <a:endParaRPr dirty="0" sz="1700" lang="en-US">
              <a:solidFill>
                <a:schemeClr val="tx1">
                  <a:lumMod val="75000"/>
                  <a:lumOff val="25000"/>
                </a:schemeClr>
              </a:solidFill>
            </a:endParaRPr>
          </a:p>
          <a:p>
            <a:pPr fontAlgn="auto" lvl="1" marL="557784">
              <a:lnSpc>
                <a:spcPct val="80000"/>
              </a:lnSpc>
              <a:spcAft>
                <a:spcPts val="0"/>
              </a:spcAft>
              <a:buFont typeface="Wingdings" pitchFamily="2" charset="2"/>
              <a:buNone/>
            </a:pPr>
            <a:r>
              <a:rPr dirty="0" sz="1700" lang="en-US">
                <a:solidFill>
                  <a:schemeClr val="tx1">
                    <a:lumMod val="75000"/>
                    <a:lumOff val="25000"/>
                  </a:schemeClr>
                </a:solidFill>
              </a:rPr>
              <a:t>     Dr. S. </a:t>
            </a:r>
            <a:r>
              <a:rPr dirty="0" sz="1700" lang="en-US" err="1">
                <a:solidFill>
                  <a:schemeClr val="tx1">
                    <a:lumMod val="75000"/>
                    <a:lumOff val="25000"/>
                  </a:schemeClr>
                </a:solidFill>
              </a:rPr>
              <a:t>Rosner</a:t>
            </a:r>
            <a:endParaRPr dirty="0" sz="1700" lang="en-US">
              <a:solidFill>
                <a:schemeClr val="tx1">
                  <a:lumMod val="75000"/>
                  <a:lumOff val="25000"/>
                </a:schemeClr>
              </a:solidFill>
            </a:endParaRP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r>
              <a:rPr dirty="0" sz="1700" lang="en-US">
                <a:solidFill>
                  <a:schemeClr val="tx1">
                    <a:lumMod val="75000"/>
                    <a:lumOff val="25000"/>
                  </a:schemeClr>
                </a:solidFill>
              </a:rPr>
              <a:t>Why </a:t>
            </a:r>
            <a:r>
              <a:rPr dirty="0" sz="1700" lang="en-US" smtClean="0">
                <a:solidFill>
                  <a:schemeClr val="tx1">
                    <a:lumMod val="75000"/>
                    <a:lumOff val="25000"/>
                  </a:schemeClr>
                </a:solidFill>
              </a:rPr>
              <a:t>don’t many people like gnomes?</a:t>
            </a:r>
            <a:endParaRPr dirty="0" sz="1700" lang="en-US">
              <a:solidFill>
                <a:schemeClr val="tx1">
                  <a:lumMod val="75000"/>
                  <a:lumOff val="25000"/>
                </a:schemeClr>
              </a:solidFill>
            </a:endParaRP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r>
              <a:rPr dirty="0" sz="1700" lang="en-US" smtClean="0">
                <a:solidFill>
                  <a:schemeClr val="tx1">
                    <a:lumMod val="75000"/>
                    <a:lumOff val="25000"/>
                  </a:schemeClr>
                </a:solidFill>
              </a:rPr>
              <a:t>In 1693, the first gnome was brought to America.</a:t>
            </a:r>
          </a:p>
          <a:p>
            <a:pPr fontAlgn="auto" lvl="1" marL="557784">
              <a:lnSpc>
                <a:spcPct val="80000"/>
              </a:lnSpc>
              <a:spcAft>
                <a:spcPts val="0"/>
              </a:spcAft>
            </a:pPr>
            <a:endParaRPr dirty="0" sz="1700" lang="en-US">
              <a:solidFill>
                <a:schemeClr val="tx1">
                  <a:lumMod val="75000"/>
                  <a:lumOff val="25000"/>
                </a:schemeClr>
              </a:solidFill>
            </a:endParaRPr>
          </a:p>
          <a:p>
            <a:pPr fontAlgn="auto" lvl="1" marL="557784">
              <a:lnSpc>
                <a:spcPct val="80000"/>
              </a:lnSpc>
              <a:spcAft>
                <a:spcPts val="0"/>
              </a:spcAft>
            </a:pPr>
            <a:r>
              <a:rPr dirty="0" sz="1700" lang="en-US" smtClean="0">
                <a:solidFill>
                  <a:schemeClr val="tx1">
                    <a:lumMod val="75000"/>
                    <a:lumOff val="25000"/>
                  </a:schemeClr>
                </a:solidFill>
              </a:rPr>
              <a:t>Little Susie looked out her window, only to see her precious gnome, Willard, was being stolen….</a:t>
            </a:r>
            <a:endParaRPr dirty="0" sz="1700" lang="en-US">
              <a:solidFill>
                <a:schemeClr val="tx1">
                  <a:lumMod val="75000"/>
                  <a:lumOff val="25000"/>
                </a:schemeClr>
              </a:solidFill>
            </a:endParaRPr>
          </a:p>
        </p:txBody>
      </p:sp>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716" name="Rectangle 2"/>
          <p:cNvSpPr>
            <a:spLocks noGrp="1" noChangeArrowheads="1"/>
          </p:cNvSpPr>
          <p:nvPr>
            <p:ph type="title"/>
          </p:nvPr>
        </p:nvSpPr>
        <p:spPr/>
        <p:txBody>
          <a:bodyPr/>
          <a:p>
            <a:r>
              <a:rPr sz="3800" lang="en-US" smtClean="0"/>
              <a:t>Ways to Start Your Introduction</a:t>
            </a:r>
          </a:p>
        </p:txBody>
      </p:sp>
      <p:sp>
        <p:nvSpPr>
          <p:cNvPr id="1048717" name="Rectangle 4"/>
          <p:cNvSpPr>
            <a:spLocks noGrp="1" noChangeArrowheads="1"/>
          </p:cNvSpPr>
          <p:nvPr>
            <p:ph sz="quarter" idx="13"/>
          </p:nvPr>
        </p:nvSpPr>
        <p:spPr>
          <a:xfrm>
            <a:off x="841375" y="2038350"/>
            <a:ext cx="3657600" cy="3951288"/>
          </a:xfrm>
        </p:spPr>
        <p:txBody>
          <a:bodyPr rtlCol="0">
            <a:normAutofit lnSpcReduction="10000"/>
          </a:bodyPr>
          <a:p>
            <a:pPr fontAlgn="auto">
              <a:lnSpc>
                <a:spcPct val="80000"/>
              </a:lnSpc>
              <a:spcAft>
                <a:spcPts val="0"/>
              </a:spcAft>
            </a:pPr>
            <a:r>
              <a:rPr dirty="0" sz="2000" lang="en-US" u="sng">
                <a:solidFill>
                  <a:schemeClr val="tx1">
                    <a:lumMod val="75000"/>
                    <a:lumOff val="25000"/>
                  </a:schemeClr>
                </a:solidFill>
              </a:rPr>
              <a:t>Strategy</a:t>
            </a:r>
          </a:p>
          <a:p>
            <a:pPr fontAlgn="auto" lvl="1" marL="557784">
              <a:lnSpc>
                <a:spcPct val="80000"/>
              </a:lnSpc>
              <a:spcAft>
                <a:spcPts val="0"/>
              </a:spcAft>
            </a:pPr>
            <a:r>
              <a:rPr dirty="0" sz="2000" lang="en-US">
                <a:solidFill>
                  <a:schemeClr val="tx1">
                    <a:lumMod val="75000"/>
                    <a:lumOff val="25000"/>
                  </a:schemeClr>
                </a:solidFill>
              </a:rPr>
              <a:t>State a </a:t>
            </a:r>
            <a:r>
              <a:rPr b="1" dirty="0" sz="2000" lang="en-US">
                <a:solidFill>
                  <a:schemeClr val="tx1">
                    <a:lumMod val="75000"/>
                    <a:lumOff val="25000"/>
                  </a:schemeClr>
                </a:solidFill>
              </a:rPr>
              <a:t>common misconception</a:t>
            </a:r>
          </a:p>
          <a:p>
            <a:pPr fontAlgn="auto" lvl="1" marL="557784">
              <a:lnSpc>
                <a:spcPct val="80000"/>
              </a:lnSpc>
              <a:spcAft>
                <a:spcPts val="0"/>
              </a:spcAft>
              <a:buFont typeface="Wingdings" pitchFamily="2" charset="2"/>
              <a:buNone/>
            </a:pPr>
            <a:endParaRPr dirty="0" sz="2000" lang="en-US">
              <a:solidFill>
                <a:schemeClr val="tx1">
                  <a:lumMod val="75000"/>
                  <a:lumOff val="25000"/>
                </a:schemeClr>
              </a:solidFill>
            </a:endParaRPr>
          </a:p>
          <a:p>
            <a:pPr fontAlgn="auto" lvl="1" marL="557784">
              <a:lnSpc>
                <a:spcPct val="80000"/>
              </a:lnSpc>
              <a:spcAft>
                <a:spcPts val="0"/>
              </a:spcAft>
            </a:pPr>
            <a:r>
              <a:rPr dirty="0" sz="2000" lang="en-US">
                <a:solidFill>
                  <a:schemeClr val="tx1">
                    <a:lumMod val="75000"/>
                    <a:lumOff val="25000"/>
                  </a:schemeClr>
                </a:solidFill>
              </a:rPr>
              <a:t>Describe a </a:t>
            </a:r>
            <a:r>
              <a:rPr b="1" dirty="0" sz="2000" lang="en-US">
                <a:solidFill>
                  <a:schemeClr val="tx1">
                    <a:lumMod val="75000"/>
                    <a:lumOff val="25000"/>
                  </a:schemeClr>
                </a:solidFill>
              </a:rPr>
              <a:t>problem</a:t>
            </a:r>
          </a:p>
          <a:p>
            <a:pPr fontAlgn="auto" lvl="1" marL="557784">
              <a:lnSpc>
                <a:spcPct val="80000"/>
              </a:lnSpc>
              <a:spcAft>
                <a:spcPts val="0"/>
              </a:spcAft>
              <a:buFont typeface="Wingdings" pitchFamily="2" charset="2"/>
              <a:buNone/>
            </a:pPr>
            <a:endParaRPr dirty="0" sz="2000" lang="en-US">
              <a:solidFill>
                <a:schemeClr val="tx1">
                  <a:lumMod val="75000"/>
                  <a:lumOff val="25000"/>
                </a:schemeClr>
              </a:solidFill>
            </a:endParaRPr>
          </a:p>
          <a:p>
            <a:pPr fontAlgn="auto" lvl="1" marL="557784">
              <a:lnSpc>
                <a:spcPct val="80000"/>
              </a:lnSpc>
              <a:spcAft>
                <a:spcPts val="0"/>
              </a:spcAft>
            </a:pPr>
            <a:endParaRPr dirty="0" sz="2000" lang="en-US">
              <a:solidFill>
                <a:schemeClr val="tx1">
                  <a:lumMod val="75000"/>
                  <a:lumOff val="25000"/>
                </a:schemeClr>
              </a:solidFill>
            </a:endParaRPr>
          </a:p>
          <a:p>
            <a:pPr fontAlgn="auto" lvl="1" marL="557784">
              <a:lnSpc>
                <a:spcPct val="80000"/>
              </a:lnSpc>
              <a:spcAft>
                <a:spcPts val="0"/>
              </a:spcAft>
            </a:pPr>
            <a:endParaRPr dirty="0" sz="2000" lang="en-US">
              <a:solidFill>
                <a:schemeClr val="tx1">
                  <a:lumMod val="75000"/>
                  <a:lumOff val="25000"/>
                </a:schemeClr>
              </a:solidFill>
            </a:endParaRPr>
          </a:p>
          <a:p>
            <a:pPr fontAlgn="auto" lvl="1" marL="557784">
              <a:lnSpc>
                <a:spcPct val="80000"/>
              </a:lnSpc>
              <a:spcAft>
                <a:spcPts val="0"/>
              </a:spcAft>
            </a:pPr>
            <a:r>
              <a:rPr dirty="0" sz="2000" lang="en-US">
                <a:solidFill>
                  <a:schemeClr val="tx1">
                    <a:lumMod val="75000"/>
                    <a:lumOff val="25000"/>
                  </a:schemeClr>
                </a:solidFill>
              </a:rPr>
              <a:t>Give an </a:t>
            </a:r>
            <a:r>
              <a:rPr b="1" dirty="0" sz="2000" lang="en-US">
                <a:solidFill>
                  <a:schemeClr val="tx1">
                    <a:lumMod val="75000"/>
                    <a:lumOff val="25000"/>
                  </a:schemeClr>
                </a:solidFill>
              </a:rPr>
              <a:t>analogy</a:t>
            </a:r>
          </a:p>
          <a:p>
            <a:pPr fontAlgn="auto" lvl="1" marL="557784">
              <a:lnSpc>
                <a:spcPct val="80000"/>
              </a:lnSpc>
              <a:spcAft>
                <a:spcPts val="0"/>
              </a:spcAft>
              <a:buFont typeface="Wingdings" pitchFamily="2" charset="2"/>
              <a:buNone/>
            </a:pPr>
            <a:endParaRPr dirty="0" sz="2000" lang="en-US">
              <a:solidFill>
                <a:schemeClr val="tx1">
                  <a:lumMod val="75000"/>
                  <a:lumOff val="25000"/>
                </a:schemeClr>
              </a:solidFill>
            </a:endParaRPr>
          </a:p>
          <a:p>
            <a:pPr fontAlgn="auto" lvl="1" marL="557784">
              <a:lnSpc>
                <a:spcPct val="80000"/>
              </a:lnSpc>
              <a:spcAft>
                <a:spcPts val="0"/>
              </a:spcAft>
            </a:pPr>
            <a:endParaRPr dirty="0" sz="2000" lang="en-US">
              <a:solidFill>
                <a:schemeClr val="tx1">
                  <a:lumMod val="75000"/>
                  <a:lumOff val="25000"/>
                </a:schemeClr>
              </a:solidFill>
            </a:endParaRPr>
          </a:p>
          <a:p>
            <a:pPr fontAlgn="auto" lvl="1" marL="557784">
              <a:lnSpc>
                <a:spcPct val="80000"/>
              </a:lnSpc>
              <a:spcAft>
                <a:spcPts val="0"/>
              </a:spcAft>
            </a:pPr>
            <a:r>
              <a:rPr dirty="0" sz="2000" lang="en-US">
                <a:solidFill>
                  <a:schemeClr val="tx1">
                    <a:lumMod val="75000"/>
                    <a:lumOff val="25000"/>
                  </a:schemeClr>
                </a:solidFill>
              </a:rPr>
              <a:t>Show how the topic is related to the </a:t>
            </a:r>
            <a:r>
              <a:rPr b="1" dirty="0" sz="2000" lang="en-US">
                <a:solidFill>
                  <a:schemeClr val="tx1">
                    <a:lumMod val="75000"/>
                    <a:lumOff val="25000"/>
                  </a:schemeClr>
                </a:solidFill>
              </a:rPr>
              <a:t>reader’s experience</a:t>
            </a:r>
          </a:p>
        </p:txBody>
      </p:sp>
      <p:sp>
        <p:nvSpPr>
          <p:cNvPr id="1048718" name="Rectangle 5"/>
          <p:cNvSpPr>
            <a:spLocks noGrp="1" noChangeArrowheads="1"/>
          </p:cNvSpPr>
          <p:nvPr>
            <p:ph sz="quarter" idx="14"/>
          </p:nvPr>
        </p:nvSpPr>
        <p:spPr>
          <a:xfrm>
            <a:off x="4645025" y="2038350"/>
            <a:ext cx="3657600" cy="3951288"/>
          </a:xfrm>
        </p:spPr>
        <p:txBody>
          <a:bodyPr rtlCol="0">
            <a:normAutofit lnSpcReduction="10000"/>
          </a:bodyPr>
          <a:p>
            <a:pPr fontAlgn="auto">
              <a:lnSpc>
                <a:spcPct val="80000"/>
              </a:lnSpc>
              <a:spcAft>
                <a:spcPts val="0"/>
              </a:spcAft>
            </a:pPr>
            <a:r>
              <a:rPr dirty="0" sz="2000" lang="en-US" u="sng">
                <a:solidFill>
                  <a:schemeClr val="tx1">
                    <a:lumMod val="75000"/>
                    <a:lumOff val="25000"/>
                  </a:schemeClr>
                </a:solidFill>
              </a:rPr>
              <a:t>Examples</a:t>
            </a:r>
          </a:p>
          <a:p>
            <a:pPr fontAlgn="auto" lvl="1" marL="557784">
              <a:lnSpc>
                <a:spcPct val="80000"/>
              </a:lnSpc>
              <a:spcAft>
                <a:spcPts val="0"/>
              </a:spcAft>
            </a:pPr>
            <a:r>
              <a:rPr dirty="0" sz="2000" lang="en-US" smtClean="0">
                <a:solidFill>
                  <a:schemeClr val="tx1">
                    <a:lumMod val="75000"/>
                    <a:lumOff val="25000"/>
                  </a:schemeClr>
                </a:solidFill>
              </a:rPr>
              <a:t>People don’t </a:t>
            </a:r>
            <a:r>
              <a:rPr dirty="0" sz="2000" lang="en-US">
                <a:solidFill>
                  <a:schemeClr val="tx1">
                    <a:lumMod val="75000"/>
                    <a:lumOff val="25000"/>
                  </a:schemeClr>
                </a:solidFill>
              </a:rPr>
              <a:t>learn bad habits from </a:t>
            </a:r>
            <a:r>
              <a:rPr dirty="0" sz="2000" lang="en-US" smtClean="0">
                <a:solidFill>
                  <a:schemeClr val="tx1">
                    <a:lumMod val="75000"/>
                    <a:lumOff val="25000"/>
                  </a:schemeClr>
                </a:solidFill>
              </a:rPr>
              <a:t>gnomes. </a:t>
            </a:r>
            <a:endParaRPr dirty="0" sz="2000" lang="en-US">
              <a:solidFill>
                <a:schemeClr val="tx1">
                  <a:lumMod val="75000"/>
                  <a:lumOff val="25000"/>
                </a:schemeClr>
              </a:solidFill>
            </a:endParaRPr>
          </a:p>
          <a:p>
            <a:pPr fontAlgn="auto" lvl="1" marL="557784">
              <a:lnSpc>
                <a:spcPct val="80000"/>
              </a:lnSpc>
              <a:spcAft>
                <a:spcPts val="0"/>
              </a:spcAft>
            </a:pPr>
            <a:endParaRPr dirty="0" sz="2000" lang="en-US">
              <a:solidFill>
                <a:schemeClr val="tx1">
                  <a:lumMod val="75000"/>
                  <a:lumOff val="25000"/>
                </a:schemeClr>
              </a:solidFill>
            </a:endParaRPr>
          </a:p>
          <a:p>
            <a:pPr fontAlgn="auto" lvl="1" marL="557784">
              <a:lnSpc>
                <a:spcPct val="80000"/>
              </a:lnSpc>
              <a:spcAft>
                <a:spcPts val="0"/>
              </a:spcAft>
            </a:pPr>
            <a:r>
              <a:rPr dirty="0" sz="2000" lang="en-US">
                <a:solidFill>
                  <a:schemeClr val="tx1">
                    <a:lumMod val="75000"/>
                    <a:lumOff val="25000"/>
                  </a:schemeClr>
                </a:solidFill>
              </a:rPr>
              <a:t>Everyone knows what a problem </a:t>
            </a:r>
            <a:r>
              <a:rPr dirty="0" sz="2000" lang="en-US" smtClean="0">
                <a:solidFill>
                  <a:schemeClr val="tx1">
                    <a:lumMod val="75000"/>
                    <a:lumOff val="25000"/>
                  </a:schemeClr>
                </a:solidFill>
              </a:rPr>
              <a:t>gnome-napping has </a:t>
            </a:r>
            <a:r>
              <a:rPr dirty="0" sz="2000" lang="en-US">
                <a:solidFill>
                  <a:schemeClr val="tx1">
                    <a:lumMod val="75000"/>
                    <a:lumOff val="25000"/>
                  </a:schemeClr>
                </a:solidFill>
              </a:rPr>
              <a:t>become in our society. </a:t>
            </a:r>
          </a:p>
          <a:p>
            <a:pPr fontAlgn="auto" lvl="1" marL="557784">
              <a:lnSpc>
                <a:spcPct val="80000"/>
              </a:lnSpc>
              <a:spcAft>
                <a:spcPts val="0"/>
              </a:spcAft>
            </a:pPr>
            <a:endParaRPr dirty="0" sz="2000" lang="en-US">
              <a:solidFill>
                <a:schemeClr val="tx1">
                  <a:lumMod val="75000"/>
                  <a:lumOff val="25000"/>
                </a:schemeClr>
              </a:solidFill>
            </a:endParaRPr>
          </a:p>
          <a:p>
            <a:pPr fontAlgn="auto" lvl="1" marL="557784">
              <a:lnSpc>
                <a:spcPct val="80000"/>
              </a:lnSpc>
              <a:spcAft>
                <a:spcPts val="0"/>
              </a:spcAft>
            </a:pPr>
            <a:r>
              <a:rPr dirty="0" sz="2000" lang="en-US" smtClean="0">
                <a:solidFill>
                  <a:schemeClr val="tx1">
                    <a:lumMod val="75000"/>
                    <a:lumOff val="25000"/>
                  </a:schemeClr>
                </a:solidFill>
              </a:rPr>
              <a:t>Gnomes are </a:t>
            </a:r>
            <a:r>
              <a:rPr dirty="0" sz="2000" lang="en-US">
                <a:solidFill>
                  <a:schemeClr val="tx1">
                    <a:lumMod val="75000"/>
                    <a:lumOff val="25000"/>
                  </a:schemeClr>
                </a:solidFill>
              </a:rPr>
              <a:t>just like </a:t>
            </a:r>
            <a:r>
              <a:rPr dirty="0" sz="2000" lang="en-US" smtClean="0">
                <a:solidFill>
                  <a:schemeClr val="tx1">
                    <a:lumMod val="75000"/>
                    <a:lumOff val="25000"/>
                  </a:schemeClr>
                </a:solidFill>
              </a:rPr>
              <a:t>children.</a:t>
            </a:r>
          </a:p>
          <a:p>
            <a:pPr fontAlgn="auto" lvl="1" marL="557784">
              <a:lnSpc>
                <a:spcPct val="80000"/>
              </a:lnSpc>
              <a:spcAft>
                <a:spcPts val="0"/>
              </a:spcAft>
            </a:pPr>
            <a:endParaRPr dirty="0" sz="2000" lang="en-US">
              <a:solidFill>
                <a:schemeClr val="tx1">
                  <a:lumMod val="75000"/>
                  <a:lumOff val="25000"/>
                </a:schemeClr>
              </a:solidFill>
            </a:endParaRPr>
          </a:p>
          <a:p>
            <a:pPr fontAlgn="auto" lvl="1" marL="557784">
              <a:lnSpc>
                <a:spcPct val="80000"/>
              </a:lnSpc>
              <a:spcAft>
                <a:spcPts val="0"/>
              </a:spcAft>
            </a:pPr>
            <a:endParaRPr dirty="0" sz="2000" lang="en-US">
              <a:solidFill>
                <a:schemeClr val="tx1">
                  <a:lumMod val="75000"/>
                  <a:lumOff val="25000"/>
                </a:schemeClr>
              </a:solidFill>
            </a:endParaRPr>
          </a:p>
          <a:p>
            <a:pPr fontAlgn="auto" lvl="1" marL="557784">
              <a:lnSpc>
                <a:spcPct val="80000"/>
              </a:lnSpc>
              <a:spcAft>
                <a:spcPts val="0"/>
              </a:spcAft>
            </a:pPr>
            <a:r>
              <a:rPr dirty="0" sz="2000" lang="en-US">
                <a:solidFill>
                  <a:schemeClr val="tx1">
                    <a:lumMod val="75000"/>
                    <a:lumOff val="25000"/>
                  </a:schemeClr>
                </a:solidFill>
              </a:rPr>
              <a:t>Most people know how difficult it is to </a:t>
            </a:r>
            <a:r>
              <a:rPr dirty="0" sz="2000" lang="en-US" smtClean="0">
                <a:solidFill>
                  <a:schemeClr val="tx1">
                    <a:lumMod val="75000"/>
                    <a:lumOff val="25000"/>
                  </a:schemeClr>
                </a:solidFill>
              </a:rPr>
              <a:t>take care of garden gnomes. </a:t>
            </a:r>
            <a:endParaRPr dirty="0" sz="2000" lang="en-US">
              <a:solidFill>
                <a:schemeClr val="tx1">
                  <a:lumMod val="75000"/>
                  <a:lumOff val="25000"/>
                </a:schemeClr>
              </a:solidFill>
            </a:endParaRPr>
          </a:p>
        </p:txBody>
      </p:sp>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719" name="Rectangle 2"/>
          <p:cNvSpPr>
            <a:spLocks noGrp="1" noChangeArrowheads="1"/>
          </p:cNvSpPr>
          <p:nvPr>
            <p:ph type="title"/>
          </p:nvPr>
        </p:nvSpPr>
        <p:spPr/>
        <p:txBody>
          <a:bodyPr/>
          <a:p>
            <a:r>
              <a:rPr lang="en-US" smtClean="0"/>
              <a:t>Introduction</a:t>
            </a:r>
          </a:p>
        </p:txBody>
      </p:sp>
      <p:sp>
        <p:nvSpPr>
          <p:cNvPr id="1048720" name="Rectangle 3"/>
          <p:cNvSpPr>
            <a:spLocks noGrp="1" noChangeArrowheads="1"/>
          </p:cNvSpPr>
          <p:nvPr>
            <p:ph idx="1"/>
          </p:nvPr>
        </p:nvSpPr>
        <p:spPr/>
        <p:txBody>
          <a:bodyPr/>
          <a:p>
            <a:pPr>
              <a:lnSpc>
                <a:spcPct val="90000"/>
              </a:lnSpc>
            </a:pPr>
            <a:r>
              <a:rPr lang="en-US" smtClean="0"/>
              <a:t>Make a bridge to connect the attention getting sentence(s) to your thesis statement</a:t>
            </a:r>
          </a:p>
          <a:p>
            <a:pPr lvl="1">
              <a:lnSpc>
                <a:spcPct val="90000"/>
              </a:lnSpc>
            </a:pPr>
            <a:r>
              <a:rPr lang="en-US" smtClean="0"/>
              <a:t>Common way to make a bridge is to explain why the topic is important. </a:t>
            </a:r>
          </a:p>
          <a:p>
            <a:pPr lvl="1">
              <a:lnSpc>
                <a:spcPct val="90000"/>
              </a:lnSpc>
            </a:pPr>
            <a:r>
              <a:rPr lang="en-US" smtClean="0"/>
              <a:t>This bridge is often a few sentences long.</a:t>
            </a:r>
          </a:p>
          <a:p>
            <a:pPr>
              <a:lnSpc>
                <a:spcPct val="90000"/>
              </a:lnSpc>
            </a:pPr>
            <a:r>
              <a:rPr lang="en-US" smtClean="0"/>
              <a:t>Conclude introductory paragraph with the most important idea of the essay-</a:t>
            </a:r>
            <a:r>
              <a:rPr b="1" lang="en-US" u="sng" smtClean="0"/>
              <a:t>THE THESIS STATEMENT</a:t>
            </a:r>
          </a:p>
        </p:txBody>
      </p:sp>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721" name="Title 1"/>
          <p:cNvSpPr>
            <a:spLocks noGrp="1"/>
          </p:cNvSpPr>
          <p:nvPr>
            <p:ph type="title"/>
          </p:nvPr>
        </p:nvSpPr>
        <p:spPr/>
        <p:txBody>
          <a:bodyPr rtlCol="0">
            <a:normAutofit fontScale="90000"/>
          </a:bodyPr>
          <a:p>
            <a:pPr fontAlgn="auto">
              <a:spcAft>
                <a:spcPts val="0"/>
              </a:spcAft>
            </a:pPr>
            <a:r>
              <a:rPr dirty="0" lang="en-US" smtClean="0">
                <a:solidFill>
                  <a:schemeClr val="tx1">
                    <a:lumMod val="85000"/>
                    <a:lumOff val="15000"/>
                  </a:schemeClr>
                </a:solidFill>
              </a:rPr>
              <a:t>The Parts of </a:t>
            </a:r>
            <a:r>
              <a:rPr dirty="0" lang="en-US">
                <a:solidFill>
                  <a:schemeClr val="tx1">
                    <a:lumMod val="85000"/>
                    <a:lumOff val="15000"/>
                  </a:schemeClr>
                </a:solidFill>
              </a:rPr>
              <a:t>a</a:t>
            </a:r>
            <a:r>
              <a:rPr dirty="0" lang="en-US" smtClean="0">
                <a:solidFill>
                  <a:schemeClr val="tx1">
                    <a:lumMod val="85000"/>
                    <a:lumOff val="15000"/>
                  </a:schemeClr>
                </a:solidFill>
              </a:rPr>
              <a:t> Thesis Statement</a:t>
            </a:r>
          </a:p>
        </p:txBody>
      </p:sp>
      <p:graphicFrame>
        <p:nvGraphicFramePr>
          <p:cNvPr id="4194319" name="Content Placeholder 3"/>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p:transition spd="slow"/>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725" name="Title 1"/>
          <p:cNvSpPr>
            <a:spLocks noGrp="1"/>
          </p:cNvSpPr>
          <p:nvPr>
            <p:ph type="title"/>
          </p:nvPr>
        </p:nvSpPr>
        <p:spPr/>
        <p:txBody>
          <a:bodyPr rtlCol="0">
            <a:normAutofit fontScale="90000"/>
          </a:bodyPr>
          <a:p>
            <a:pPr fontAlgn="auto">
              <a:spcAft>
                <a:spcPts val="0"/>
              </a:spcAft>
            </a:pPr>
            <a:r>
              <a:rPr dirty="0" lang="en-US" smtClean="0">
                <a:solidFill>
                  <a:schemeClr val="tx1">
                    <a:lumMod val="85000"/>
                    <a:lumOff val="15000"/>
                  </a:schemeClr>
                </a:solidFill>
              </a:rPr>
              <a:t>The Functions of </a:t>
            </a:r>
            <a:r>
              <a:rPr dirty="0" lang="en-US">
                <a:solidFill>
                  <a:schemeClr val="tx1">
                    <a:lumMod val="85000"/>
                    <a:lumOff val="15000"/>
                  </a:schemeClr>
                </a:solidFill>
              </a:rPr>
              <a:t>a</a:t>
            </a:r>
            <a:r>
              <a:rPr dirty="0" lang="en-US" smtClean="0">
                <a:solidFill>
                  <a:schemeClr val="tx1">
                    <a:lumMod val="85000"/>
                    <a:lumOff val="15000"/>
                  </a:schemeClr>
                </a:solidFill>
              </a:rPr>
              <a:t> Thesis Statement</a:t>
            </a:r>
            <a:endParaRPr dirty="0" lang="en-US">
              <a:solidFill>
                <a:schemeClr val="tx1">
                  <a:lumMod val="85000"/>
                  <a:lumOff val="15000"/>
                </a:schemeClr>
              </a:solidFill>
            </a:endParaRPr>
          </a:p>
        </p:txBody>
      </p:sp>
      <p:graphicFrame>
        <p:nvGraphicFramePr>
          <p:cNvPr id="4194320" name="Content Placeholder 4"/>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p:transition spd="slow"/>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729" name="Rectangle 2"/>
          <p:cNvSpPr>
            <a:spLocks noGrp="1" noChangeArrowheads="1"/>
          </p:cNvSpPr>
          <p:nvPr>
            <p:ph type="title"/>
          </p:nvPr>
        </p:nvSpPr>
        <p:spPr/>
        <p:txBody>
          <a:bodyPr/>
          <a:p>
            <a:r>
              <a:rPr lang="en-US" smtClean="0"/>
              <a:t>Example of an Introduction</a:t>
            </a:r>
          </a:p>
        </p:txBody>
      </p:sp>
      <p:sp>
        <p:nvSpPr>
          <p:cNvPr id="1048730" name="Rectangle 3"/>
          <p:cNvSpPr>
            <a:spLocks noGrp="1" noChangeArrowheads="1"/>
          </p:cNvSpPr>
          <p:nvPr>
            <p:ph idx="1"/>
          </p:nvPr>
        </p:nvSpPr>
        <p:spPr>
          <a:xfrm>
            <a:off x="685800" y="2038350"/>
            <a:ext cx="7848600" cy="4133850"/>
          </a:xfrm>
        </p:spPr>
        <p:txBody>
          <a:bodyPr rtlCol="0">
            <a:normAutofit fontScale="85000" lnSpcReduction="10000"/>
          </a:bodyPr>
          <a:p>
            <a:pPr fontAlgn="auto">
              <a:spcAft>
                <a:spcPts val="0"/>
              </a:spcAft>
            </a:pPr>
            <a:r>
              <a:rPr dirty="0" sz="2800" lang="en-US">
                <a:solidFill>
                  <a:schemeClr val="tx1">
                    <a:lumMod val="75000"/>
                    <a:lumOff val="25000"/>
                  </a:schemeClr>
                </a:solidFill>
              </a:rPr>
              <a:t>Example</a:t>
            </a:r>
          </a:p>
          <a:p>
            <a:pPr algn="ctr" fontAlgn="auto" lvl="1" marL="557784">
              <a:spcAft>
                <a:spcPts val="0"/>
              </a:spcAft>
              <a:buFont typeface="Wingdings" pitchFamily="2" charset="2"/>
              <a:buNone/>
            </a:pPr>
            <a:r>
              <a:rPr dirty="0" sz="1800" lang="en-US" smtClean="0">
                <a:solidFill>
                  <a:schemeClr val="tx1">
                    <a:lumMod val="75000"/>
                    <a:lumOff val="25000"/>
                  </a:schemeClr>
                </a:solidFill>
              </a:rPr>
              <a:t>Gnome-Phobia in America</a:t>
            </a:r>
            <a:endParaRPr dirty="0" sz="1800" lang="en-US">
              <a:solidFill>
                <a:schemeClr val="tx1">
                  <a:lumMod val="75000"/>
                  <a:lumOff val="25000"/>
                </a:schemeClr>
              </a:solidFill>
            </a:endParaRPr>
          </a:p>
          <a:p>
            <a:pPr fontAlgn="auto" lvl="1" marL="557784">
              <a:spcAft>
                <a:spcPts val="0"/>
              </a:spcAft>
              <a:buFont typeface="Rage Italic" pitchFamily="66" charset="0"/>
              <a:buNone/>
            </a:pPr>
            <a:r>
              <a:rPr dirty="0" sz="2400" lang="en-US">
                <a:solidFill>
                  <a:schemeClr val="tx1">
                    <a:lumMod val="75000"/>
                    <a:lumOff val="25000"/>
                  </a:schemeClr>
                </a:solidFill>
              </a:rPr>
              <a:t>	</a:t>
            </a:r>
            <a:r>
              <a:rPr dirty="0" sz="1600" lang="en-US">
                <a:solidFill>
                  <a:schemeClr val="tx1">
                    <a:lumMod val="75000"/>
                    <a:lumOff val="25000"/>
                  </a:schemeClr>
                </a:solidFill>
              </a:rPr>
              <a:t>1</a:t>
            </a:r>
            <a:r>
              <a:rPr dirty="0" sz="1600" lang="en-US" smtClean="0">
                <a:solidFill>
                  <a:schemeClr val="tx1">
                    <a:lumMod val="75000"/>
                    <a:lumOff val="25000"/>
                  </a:schemeClr>
                </a:solidFill>
              </a:rPr>
              <a:t>. </a:t>
            </a:r>
            <a:r>
              <a:rPr dirty="0" sz="1600" lang="en-US" smtClean="0">
                <a:solidFill>
                  <a:srgbClr val="FF0000"/>
                </a:solidFill>
              </a:rPr>
              <a:t>In 2004, the Gnome Liberation Front (GLF) was created.  This group of people believes that gnomes should be free, not prisoners of their owner’s garden.  </a:t>
            </a:r>
            <a:r>
              <a:rPr dirty="0" sz="1600" lang="en-US" smtClean="0">
                <a:solidFill>
                  <a:schemeClr val="tx1">
                    <a:lumMod val="75000"/>
                    <a:lumOff val="25000"/>
                  </a:schemeClr>
                </a:solidFill>
              </a:rPr>
              <a:t>2. </a:t>
            </a:r>
            <a:r>
              <a:rPr dirty="0" sz="1600" lang="en-US" smtClean="0">
                <a:solidFill>
                  <a:srgbClr val="00B050"/>
                </a:solidFill>
              </a:rPr>
              <a:t>The GLF has now begun gnome-napping, the act of stealing gnomes and “freeing them” in the wilderness; however, the law is unwilling to do anything. </a:t>
            </a:r>
            <a:r>
              <a:rPr dirty="0" sz="1600" lang="en-US">
                <a:solidFill>
                  <a:schemeClr val="tx1">
                    <a:lumMod val="75000"/>
                    <a:lumOff val="25000"/>
                  </a:schemeClr>
                </a:solidFill>
              </a:rPr>
              <a:t>3</a:t>
            </a:r>
            <a:r>
              <a:rPr dirty="0" sz="1600" lang="en-US" smtClean="0">
                <a:solidFill>
                  <a:schemeClr val="tx1">
                    <a:lumMod val="75000"/>
                    <a:lumOff val="25000"/>
                  </a:schemeClr>
                </a:solidFill>
              </a:rPr>
              <a:t>. </a:t>
            </a:r>
            <a:r>
              <a:rPr dirty="0" sz="1600" lang="en-US" smtClean="0">
                <a:solidFill>
                  <a:srgbClr val="0070C0"/>
                </a:solidFill>
              </a:rPr>
              <a:t>Many police state that the gnomes are not a serious enough offense to deal with and that they have larger crimes to deal with.  This is not acceptable.  The law should be taking the gnome-napping more seriously because people are committing a crime.  </a:t>
            </a:r>
            <a:r>
              <a:rPr dirty="0" sz="1600" lang="en-US" smtClean="0">
                <a:solidFill>
                  <a:schemeClr val="tx1">
                    <a:lumMod val="75000"/>
                    <a:lumOff val="25000"/>
                  </a:schemeClr>
                </a:solidFill>
              </a:rPr>
              <a:t>4. </a:t>
            </a:r>
            <a:r>
              <a:rPr dirty="0" sz="1600" lang="en-US" smtClean="0">
                <a:solidFill>
                  <a:srgbClr val="7030A0"/>
                </a:solidFill>
              </a:rPr>
              <a:t>Gnome-napping is stealing personal property, and is illegal, morally wrong, and disrespectful.</a:t>
            </a:r>
          </a:p>
          <a:p>
            <a:pPr fontAlgn="auto" lvl="1" marL="557784">
              <a:spcAft>
                <a:spcPts val="0"/>
              </a:spcAft>
              <a:buFont typeface="Rage Italic" pitchFamily="66" charset="0"/>
              <a:buNone/>
            </a:pPr>
            <a:endParaRPr dirty="0" sz="1600" lang="en-US" smtClean="0">
              <a:solidFill>
                <a:schemeClr val="tx1">
                  <a:lumMod val="75000"/>
                  <a:lumOff val="25000"/>
                </a:schemeClr>
              </a:solidFill>
            </a:endParaRPr>
          </a:p>
          <a:p>
            <a:pPr fontAlgn="auto">
              <a:spcAft>
                <a:spcPts val="0"/>
              </a:spcAft>
            </a:pPr>
            <a:r>
              <a:rPr dirty="0" sz="2000" lang="en-US" smtClean="0">
                <a:solidFill>
                  <a:srgbClr val="FF0000"/>
                </a:solidFill>
              </a:rPr>
              <a:t>1. Attention getter </a:t>
            </a:r>
          </a:p>
          <a:p>
            <a:pPr fontAlgn="auto">
              <a:spcAft>
                <a:spcPts val="0"/>
              </a:spcAft>
            </a:pPr>
            <a:r>
              <a:rPr dirty="0" sz="2000" lang="en-US" smtClean="0">
                <a:solidFill>
                  <a:srgbClr val="00B050"/>
                </a:solidFill>
              </a:rPr>
              <a:t>2. State your problem.</a:t>
            </a:r>
          </a:p>
          <a:p>
            <a:pPr fontAlgn="auto">
              <a:spcAft>
                <a:spcPts val="0"/>
              </a:spcAft>
            </a:pPr>
            <a:r>
              <a:rPr dirty="0" sz="2000" lang="en-US" smtClean="0">
                <a:solidFill>
                  <a:srgbClr val="0070C0"/>
                </a:solidFill>
              </a:rPr>
              <a:t>3. </a:t>
            </a:r>
            <a:r>
              <a:rPr dirty="0" sz="2000" lang="en-US">
                <a:solidFill>
                  <a:srgbClr val="0070C0"/>
                </a:solidFill>
              </a:rPr>
              <a:t>Bridge or transition </a:t>
            </a:r>
            <a:r>
              <a:rPr dirty="0" sz="2000" lang="en-US" smtClean="0">
                <a:solidFill>
                  <a:srgbClr val="0070C0"/>
                </a:solidFill>
              </a:rPr>
              <a:t>sentences</a:t>
            </a:r>
            <a:endParaRPr dirty="0" sz="2000" lang="en-US">
              <a:solidFill>
                <a:srgbClr val="0070C0"/>
              </a:solidFill>
            </a:endParaRPr>
          </a:p>
          <a:p>
            <a:pPr fontAlgn="auto">
              <a:spcAft>
                <a:spcPts val="0"/>
              </a:spcAft>
            </a:pPr>
            <a:r>
              <a:rPr dirty="0" sz="2000" lang="en-US" smtClean="0">
                <a:solidFill>
                  <a:srgbClr val="7030A0"/>
                </a:solidFill>
              </a:rPr>
              <a:t>4. </a:t>
            </a:r>
            <a:r>
              <a:rPr dirty="0" sz="2000" lang="en-US">
                <a:solidFill>
                  <a:srgbClr val="7030A0"/>
                </a:solidFill>
              </a:rPr>
              <a:t>Thesis </a:t>
            </a:r>
            <a:r>
              <a:rPr dirty="0" sz="2000" lang="en-US" smtClean="0">
                <a:solidFill>
                  <a:srgbClr val="7030A0"/>
                </a:solidFill>
              </a:rPr>
              <a:t>statement</a:t>
            </a:r>
          </a:p>
          <a:p>
            <a:pPr fontAlgn="auto">
              <a:spcAft>
                <a:spcPts val="0"/>
              </a:spcAft>
            </a:pPr>
            <a:r>
              <a:rPr dirty="0" sz="2000" lang="en-US" smtClean="0">
                <a:solidFill>
                  <a:schemeClr val="tx1">
                    <a:lumMod val="75000"/>
                    <a:lumOff val="25000"/>
                  </a:schemeClr>
                </a:solidFill>
              </a:rPr>
              <a:t>**NOTE: This doesn’t mean your intro is 4 sentences long.  It just has 4 parts.</a:t>
            </a:r>
            <a:endParaRPr dirty="0" sz="2000" lang="en-US">
              <a:solidFill>
                <a:schemeClr val="tx1">
                  <a:lumMod val="75000"/>
                  <a:lumOff val="25000"/>
                </a:schemeClr>
              </a:solidFill>
            </a:endParaRPr>
          </a:p>
          <a:p>
            <a:pPr fontAlgn="auto">
              <a:spcAft>
                <a:spcPts val="0"/>
              </a:spcAft>
            </a:pPr>
            <a:endParaRPr dirty="0" sz="2000" lang="en-US">
              <a:solidFill>
                <a:schemeClr val="tx1">
                  <a:lumMod val="75000"/>
                  <a:lumOff val="25000"/>
                </a:schemeClr>
              </a:solidFill>
            </a:endParaRPr>
          </a:p>
          <a:p>
            <a:pPr fontAlgn="auto" lvl="1" marL="557784">
              <a:spcAft>
                <a:spcPts val="0"/>
              </a:spcAft>
              <a:buFont typeface="Wingdings" pitchFamily="2" charset="2"/>
              <a:buNone/>
            </a:pPr>
            <a:endParaRPr dirty="0" sz="2400" lang="en-US">
              <a:solidFill>
                <a:schemeClr val="tx1">
                  <a:lumMod val="75000"/>
                  <a:lumOff val="25000"/>
                </a:schemeClr>
              </a:solidFill>
            </a:endParaRPr>
          </a:p>
          <a:p>
            <a:pPr fontAlgn="auto" lvl="1" marL="557784">
              <a:spcAft>
                <a:spcPts val="0"/>
              </a:spcAft>
              <a:buFont typeface="Wingdings" pitchFamily="2" charset="2"/>
              <a:buNone/>
            </a:pPr>
            <a:endParaRPr dirty="0" sz="2400" lang="en-US">
              <a:solidFill>
                <a:schemeClr val="tx1">
                  <a:lumMod val="75000"/>
                  <a:lumOff val="25000"/>
                </a:schemeClr>
              </a:solidFill>
            </a:endParaRPr>
          </a:p>
        </p:txBody>
      </p:sp>
    </p:spTree>
  </p:cSld>
  <p:clrMapOvr>
    <a:masterClrMapping/>
  </p:clrMapOvr>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731" name="Rectangle 2"/>
          <p:cNvSpPr>
            <a:spLocks noGrp="1" noChangeArrowheads="1"/>
          </p:cNvSpPr>
          <p:nvPr>
            <p:ph type="title"/>
          </p:nvPr>
        </p:nvSpPr>
        <p:spPr/>
        <p:txBody>
          <a:bodyPr/>
          <a:p>
            <a:r>
              <a:rPr lang="en-US" smtClean="0"/>
              <a:t>The Body</a:t>
            </a:r>
          </a:p>
        </p:txBody>
      </p:sp>
      <p:sp>
        <p:nvSpPr>
          <p:cNvPr id="1048732" name="Rectangle 3"/>
          <p:cNvSpPr>
            <a:spLocks noGrp="1" noChangeArrowheads="1"/>
          </p:cNvSpPr>
          <p:nvPr>
            <p:ph idx="1"/>
          </p:nvPr>
        </p:nvSpPr>
        <p:spPr/>
        <p:txBody>
          <a:bodyPr/>
          <a:p>
            <a:r>
              <a:rPr sz="2800" lang="en-US" smtClean="0"/>
              <a:t>The body is a set of paragraphs that develop the idea expressed in the thesis statement.</a:t>
            </a:r>
          </a:p>
          <a:p>
            <a:pPr lvl="2"/>
            <a:r>
              <a:rPr lang="en-US" smtClean="0"/>
              <a:t>Make a list of main ideas that support the thesis statement. Each main idea becomes the main idea sentence for a body paragraph.</a:t>
            </a:r>
          </a:p>
          <a:p>
            <a:pPr lvl="2"/>
            <a:r>
              <a:rPr lang="en-US" smtClean="0"/>
              <a:t>Arrange the main ideas in logical order (time, place, importance)</a:t>
            </a:r>
          </a:p>
          <a:p>
            <a:pPr lvl="2"/>
            <a:r>
              <a:rPr lang="en-US" smtClean="0"/>
              <a:t>Plan out each body paragraph by listing major details that support each main idea</a:t>
            </a:r>
          </a:p>
          <a:p>
            <a:pPr lvl="2"/>
            <a:r>
              <a:rPr lang="en-US" smtClean="0"/>
              <a:t>Order the details within each paragraph in a logical way. Each body paragraph may end with a concluding sentence.</a:t>
            </a:r>
          </a:p>
        </p:txBody>
      </p:sp>
    </p:spTree>
  </p:cSld>
  <p:clrMapOvr>
    <a:masterClrMapping/>
  </p:clrMapOvr>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8733" name="Rectangle 2"/>
          <p:cNvSpPr>
            <a:spLocks noGrp="1" noChangeArrowheads="1"/>
          </p:cNvSpPr>
          <p:nvPr>
            <p:ph type="title"/>
          </p:nvPr>
        </p:nvSpPr>
        <p:spPr>
          <a:xfrm>
            <a:off x="990600" y="228600"/>
            <a:ext cx="7024688" cy="1143000"/>
          </a:xfrm>
        </p:spPr>
        <p:txBody>
          <a:bodyPr/>
          <a:p>
            <a:r>
              <a:rPr lang="en-US" smtClean="0"/>
              <a:t>Example Essay Outline</a:t>
            </a:r>
          </a:p>
        </p:txBody>
      </p:sp>
      <p:sp>
        <p:nvSpPr>
          <p:cNvPr id="1048734" name="Rectangle 3"/>
          <p:cNvSpPr>
            <a:spLocks noGrp="1" noChangeArrowheads="1"/>
          </p:cNvSpPr>
          <p:nvPr>
            <p:ph idx="1"/>
          </p:nvPr>
        </p:nvSpPr>
        <p:spPr>
          <a:xfrm>
            <a:off x="533400" y="1600200"/>
            <a:ext cx="7924800" cy="4419600"/>
          </a:xfrm>
        </p:spPr>
        <p:txBody>
          <a:bodyPr/>
          <a:p>
            <a:pPr algn="ctr">
              <a:lnSpc>
                <a:spcPct val="80000"/>
              </a:lnSpc>
              <a:buFont typeface="Wingdings" pitchFamily="2" charset="2"/>
              <a:buNone/>
            </a:pPr>
            <a:r>
              <a:rPr b="1" sz="1400" lang="en-US" smtClean="0"/>
              <a:t>Thesis Statement</a:t>
            </a:r>
          </a:p>
          <a:p>
            <a:pPr algn="ctr">
              <a:lnSpc>
                <a:spcPct val="80000"/>
              </a:lnSpc>
              <a:buFont typeface="Wingdings" pitchFamily="2" charset="2"/>
              <a:buNone/>
            </a:pPr>
            <a:r>
              <a:rPr sz="1600" lang="en-US" smtClean="0"/>
              <a:t> </a:t>
            </a:r>
            <a:r>
              <a:rPr sz="1600" lang="en-US" smtClean="0">
                <a:solidFill>
                  <a:srgbClr val="7030A0"/>
                </a:solidFill>
              </a:rPr>
              <a:t>Gnome-napping is stealing personal property, and is illegal, morally wrong, and disrespectful.</a:t>
            </a:r>
          </a:p>
          <a:p>
            <a:pPr algn="ctr">
              <a:lnSpc>
                <a:spcPct val="80000"/>
              </a:lnSpc>
              <a:buFont typeface="Wingdings" pitchFamily="2" charset="2"/>
              <a:buNone/>
            </a:pPr>
            <a:endParaRPr b="1" sz="1400" lang="en-US" smtClean="0"/>
          </a:p>
          <a:p>
            <a:pPr algn="ctr">
              <a:lnSpc>
                <a:spcPct val="80000"/>
              </a:lnSpc>
              <a:buFont typeface="Wingdings" pitchFamily="2" charset="2"/>
              <a:buNone/>
            </a:pPr>
            <a:r>
              <a:rPr b="1" sz="1400" lang="en-US" smtClean="0"/>
              <a:t>Body Paragraph 1</a:t>
            </a:r>
          </a:p>
          <a:p>
            <a:pPr algn="ctr">
              <a:lnSpc>
                <a:spcPct val="80000"/>
              </a:lnSpc>
              <a:buFont typeface="Wingdings" pitchFamily="2" charset="2"/>
              <a:buNone/>
            </a:pPr>
            <a:r>
              <a:rPr sz="1200" lang="en-US" smtClean="0"/>
              <a:t>Topic Sentence:  Gnome-napping is stealing someone’s personal property, and stealing is illegal.</a:t>
            </a:r>
          </a:p>
          <a:p>
            <a:pPr>
              <a:lnSpc>
                <a:spcPct val="80000"/>
              </a:lnSpc>
              <a:buFont typeface="Wingdings" pitchFamily="2" charset="2"/>
              <a:buNone/>
            </a:pPr>
            <a:r>
              <a:rPr sz="1200" lang="en-US" smtClean="0"/>
              <a:t>Main Points:          1. </a:t>
            </a:r>
          </a:p>
          <a:p>
            <a:pPr>
              <a:lnSpc>
                <a:spcPct val="80000"/>
              </a:lnSpc>
              <a:buFont typeface="Wingdings" pitchFamily="2" charset="2"/>
              <a:buNone/>
            </a:pPr>
            <a:r>
              <a:rPr sz="1200" lang="en-US" smtClean="0"/>
              <a:t>                                  2. </a:t>
            </a:r>
          </a:p>
          <a:p>
            <a:pPr>
              <a:lnSpc>
                <a:spcPct val="80000"/>
              </a:lnSpc>
              <a:buFont typeface="Wingdings" pitchFamily="2" charset="2"/>
              <a:buNone/>
            </a:pPr>
            <a:r>
              <a:rPr sz="1200" lang="en-US" smtClean="0"/>
              <a:t>                                  3. </a:t>
            </a:r>
          </a:p>
          <a:p>
            <a:pPr algn="ctr">
              <a:lnSpc>
                <a:spcPct val="80000"/>
              </a:lnSpc>
              <a:buFont typeface="Wingdings" pitchFamily="2" charset="2"/>
              <a:buNone/>
            </a:pPr>
            <a:endParaRPr b="1" sz="1200" lang="en-US" smtClean="0"/>
          </a:p>
          <a:p>
            <a:pPr algn="ctr">
              <a:lnSpc>
                <a:spcPct val="80000"/>
              </a:lnSpc>
              <a:buFont typeface="Wingdings" pitchFamily="2" charset="2"/>
              <a:buNone/>
            </a:pPr>
            <a:endParaRPr b="1" sz="1200" lang="en-US" smtClean="0"/>
          </a:p>
          <a:p>
            <a:pPr algn="ctr">
              <a:lnSpc>
                <a:spcPct val="80000"/>
              </a:lnSpc>
              <a:buFont typeface="Wingdings" pitchFamily="2" charset="2"/>
              <a:buNone/>
            </a:pPr>
            <a:r>
              <a:rPr b="1" sz="1400" lang="en-US" smtClean="0"/>
              <a:t>Body Paragraph 2</a:t>
            </a:r>
          </a:p>
          <a:p>
            <a:pPr algn="ctr">
              <a:lnSpc>
                <a:spcPct val="80000"/>
              </a:lnSpc>
              <a:buFont typeface="Wingdings" pitchFamily="2" charset="2"/>
              <a:buNone/>
            </a:pPr>
            <a:r>
              <a:rPr sz="1200" lang="en-US" smtClean="0"/>
              <a:t>Topic Sentence:  It is morally wrong to take anyone’s property, whether it is a gnome or a car.</a:t>
            </a:r>
          </a:p>
          <a:p>
            <a:pPr>
              <a:lnSpc>
                <a:spcPct val="80000"/>
              </a:lnSpc>
              <a:buFont typeface="Wingdings" pitchFamily="2" charset="2"/>
              <a:buNone/>
            </a:pPr>
            <a:r>
              <a:rPr sz="1200" lang="en-US" smtClean="0"/>
              <a:t>Main Points:      1. </a:t>
            </a:r>
          </a:p>
          <a:p>
            <a:pPr>
              <a:lnSpc>
                <a:spcPct val="80000"/>
              </a:lnSpc>
              <a:buFont typeface="Wingdings" pitchFamily="2" charset="2"/>
              <a:buNone/>
            </a:pPr>
            <a:r>
              <a:rPr sz="1200" lang="en-US" smtClean="0"/>
              <a:t>	                        2. </a:t>
            </a:r>
          </a:p>
          <a:p>
            <a:pPr>
              <a:lnSpc>
                <a:spcPct val="80000"/>
              </a:lnSpc>
              <a:buFont typeface="Wingdings" pitchFamily="2" charset="2"/>
              <a:buNone/>
            </a:pPr>
            <a:r>
              <a:rPr sz="1200" lang="en-US" smtClean="0"/>
              <a:t>		                 3. </a:t>
            </a:r>
          </a:p>
          <a:p>
            <a:pPr algn="ctr">
              <a:lnSpc>
                <a:spcPct val="80000"/>
              </a:lnSpc>
              <a:buFont typeface="Wingdings" pitchFamily="2" charset="2"/>
              <a:buNone/>
            </a:pPr>
            <a:endParaRPr b="1" sz="1400" lang="en-US" smtClean="0"/>
          </a:p>
          <a:p>
            <a:pPr algn="ctr">
              <a:lnSpc>
                <a:spcPct val="80000"/>
              </a:lnSpc>
              <a:buFont typeface="Wingdings" pitchFamily="2" charset="2"/>
              <a:buNone/>
            </a:pPr>
            <a:r>
              <a:rPr b="1" sz="1400" lang="en-US" smtClean="0"/>
              <a:t>Body Paragraph 3</a:t>
            </a:r>
          </a:p>
          <a:p>
            <a:pPr algn="ctr">
              <a:lnSpc>
                <a:spcPct val="80000"/>
              </a:lnSpc>
              <a:buFont typeface="Wingdings" pitchFamily="2" charset="2"/>
              <a:buNone/>
            </a:pPr>
            <a:r>
              <a:rPr b="1" sz="1000" lang="en-US" smtClean="0"/>
              <a:t>    </a:t>
            </a:r>
            <a:r>
              <a:rPr sz="1200" lang="en-US" smtClean="0"/>
              <a:t>Topic Sentence:  The GLF is incredibly disrespectful because they take items that don’t belong them.</a:t>
            </a:r>
          </a:p>
          <a:p>
            <a:pPr>
              <a:lnSpc>
                <a:spcPct val="80000"/>
              </a:lnSpc>
              <a:buFont typeface="Wingdings" pitchFamily="2" charset="2"/>
              <a:buNone/>
            </a:pPr>
            <a:r>
              <a:rPr sz="1200" lang="en-US" smtClean="0"/>
              <a:t>Main Points:      1. </a:t>
            </a:r>
          </a:p>
          <a:p>
            <a:pPr>
              <a:lnSpc>
                <a:spcPct val="80000"/>
              </a:lnSpc>
              <a:buFont typeface="Wingdings" pitchFamily="2" charset="2"/>
              <a:buNone/>
            </a:pPr>
            <a:r>
              <a:rPr sz="1200" lang="en-US" smtClean="0"/>
              <a:t>		                2. </a:t>
            </a:r>
          </a:p>
          <a:p>
            <a:pPr>
              <a:lnSpc>
                <a:spcPct val="80000"/>
              </a:lnSpc>
              <a:buFont typeface="Wingdings" pitchFamily="2" charset="2"/>
              <a:buNone/>
            </a:pPr>
            <a:r>
              <a:rPr sz="1200" lang="en-US" smtClean="0"/>
              <a:t>	                        3. </a:t>
            </a:r>
            <a:r>
              <a:rPr sz="900" lang="en-US" smtClean="0"/>
              <a:t>			</a:t>
            </a:r>
          </a:p>
        </p:txBody>
      </p:sp>
    </p:spTree>
  </p:cSld>
  <p:clrMapOvr>
    <a:masterClrMapping/>
  </p:clrMapOvr>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735" name="Rectangle 2"/>
          <p:cNvSpPr>
            <a:spLocks noGrp="1" noChangeArrowheads="1"/>
          </p:cNvSpPr>
          <p:nvPr>
            <p:ph type="title"/>
          </p:nvPr>
        </p:nvSpPr>
        <p:spPr/>
        <p:txBody>
          <a:bodyPr/>
          <a:p>
            <a:r>
              <a:rPr lang="en-US" smtClean="0"/>
              <a:t>The Writing Stage</a:t>
            </a:r>
          </a:p>
        </p:txBody>
      </p:sp>
      <p:sp>
        <p:nvSpPr>
          <p:cNvPr id="1048736" name="Rectangle 3"/>
          <p:cNvSpPr>
            <a:spLocks noGrp="1" noChangeArrowheads="1"/>
          </p:cNvSpPr>
          <p:nvPr>
            <p:ph idx="1"/>
          </p:nvPr>
        </p:nvSpPr>
        <p:spPr/>
        <p:txBody>
          <a:bodyPr/>
          <a:p>
            <a:pPr>
              <a:lnSpc>
                <a:spcPct val="90000"/>
              </a:lnSpc>
            </a:pPr>
            <a:r>
              <a:rPr lang="en-US" smtClean="0"/>
              <a:t>After planning and arranging your main ideas and major details, begin writing your body paragraphs.</a:t>
            </a:r>
          </a:p>
          <a:p>
            <a:pPr>
              <a:lnSpc>
                <a:spcPct val="90000"/>
              </a:lnSpc>
            </a:pPr>
            <a:r>
              <a:rPr lang="en-US" smtClean="0"/>
              <a:t>The number of paragraphs depends on the topic’s complexity, inclusiveness, and your purpose for writing.</a:t>
            </a:r>
          </a:p>
          <a:p>
            <a:pPr>
              <a:lnSpc>
                <a:spcPct val="90000"/>
              </a:lnSpc>
            </a:pPr>
            <a:r>
              <a:rPr lang="en-US" smtClean="0"/>
              <a:t>Usually a </a:t>
            </a:r>
            <a:r>
              <a:rPr lang="en-US" u="sng" smtClean="0"/>
              <a:t>short</a:t>
            </a:r>
            <a:r>
              <a:rPr lang="en-US" smtClean="0"/>
              <a:t> essay contains </a:t>
            </a:r>
            <a:r>
              <a:rPr lang="en-US" u="sng" smtClean="0"/>
              <a:t>3 to 5</a:t>
            </a:r>
            <a:r>
              <a:rPr lang="en-US" smtClean="0"/>
              <a:t> body   paragraphs, plus an introduction and conclusion</a:t>
            </a:r>
          </a:p>
          <a:p>
            <a:pPr>
              <a:lnSpc>
                <a:spcPct val="90000"/>
              </a:lnSpc>
            </a:pPr>
            <a:r>
              <a:rPr lang="en-US" smtClean="0"/>
              <a:t>Remember to use signal words to make smooth transitions between sentences and paragraphs. </a:t>
            </a:r>
          </a:p>
          <a:p>
            <a:pPr lvl="1">
              <a:lnSpc>
                <a:spcPct val="90000"/>
              </a:lnSpc>
              <a:buFont typeface="Wingdings" pitchFamily="2" charset="2"/>
              <a:buNone/>
            </a:pPr>
            <a:endParaRPr sz="2400" lang="en-US" smtClean="0"/>
          </a:p>
        </p:txBody>
      </p:sp>
    </p:spTree>
  </p:cSld>
  <p:clrMapOvr>
    <a:masterClrMapping/>
  </p:clrMapOvr>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737" name="Rectangle 2"/>
          <p:cNvSpPr>
            <a:spLocks noGrp="1" noChangeArrowheads="1"/>
          </p:cNvSpPr>
          <p:nvPr>
            <p:ph type="title"/>
          </p:nvPr>
        </p:nvSpPr>
        <p:spPr/>
        <p:txBody>
          <a:bodyPr/>
          <a:p>
            <a:r>
              <a:rPr lang="en-US" smtClean="0"/>
              <a:t>Signal/Transition Words</a:t>
            </a:r>
          </a:p>
        </p:txBody>
      </p:sp>
      <p:sp>
        <p:nvSpPr>
          <p:cNvPr id="1048738" name="Rectangle 3"/>
          <p:cNvSpPr>
            <a:spLocks noGrp="1" noChangeArrowheads="1"/>
          </p:cNvSpPr>
          <p:nvPr>
            <p:ph idx="1"/>
          </p:nvPr>
        </p:nvSpPr>
        <p:spPr/>
        <p:txBody>
          <a:bodyPr rtlCol="0">
            <a:normAutofit lnSpcReduction="10000"/>
          </a:bodyPr>
          <a:p>
            <a:pPr fontAlgn="auto">
              <a:lnSpc>
                <a:spcPct val="80000"/>
              </a:lnSpc>
              <a:spcAft>
                <a:spcPts val="0"/>
              </a:spcAft>
            </a:pPr>
            <a:r>
              <a:rPr sz="2800" lang="en-US" u="sng">
                <a:solidFill>
                  <a:schemeClr val="tx1">
                    <a:lumMod val="75000"/>
                    <a:lumOff val="25000"/>
                  </a:schemeClr>
                </a:solidFill>
              </a:rPr>
              <a:t>For examples</a:t>
            </a:r>
            <a:r>
              <a:rPr sz="2800" lang="en-US">
                <a:solidFill>
                  <a:schemeClr val="tx1">
                    <a:lumMod val="75000"/>
                    <a:lumOff val="25000"/>
                  </a:schemeClr>
                </a:solidFill>
              </a:rPr>
              <a:t>: For example, for instance, to illustrate</a:t>
            </a:r>
          </a:p>
          <a:p>
            <a:pPr fontAlgn="auto">
              <a:lnSpc>
                <a:spcPct val="80000"/>
              </a:lnSpc>
              <a:spcAft>
                <a:spcPts val="0"/>
              </a:spcAft>
            </a:pPr>
            <a:r>
              <a:rPr sz="2800" lang="en-US" u="sng">
                <a:solidFill>
                  <a:schemeClr val="tx1">
                    <a:lumMod val="75000"/>
                    <a:lumOff val="25000"/>
                  </a:schemeClr>
                </a:solidFill>
              </a:rPr>
              <a:t>For organization or chronological order</a:t>
            </a:r>
            <a:r>
              <a:rPr sz="2800" lang="en-US">
                <a:solidFill>
                  <a:schemeClr val="tx1">
                    <a:lumMod val="75000"/>
                    <a:lumOff val="25000"/>
                  </a:schemeClr>
                </a:solidFill>
              </a:rPr>
              <a:t>: The six steps are…, next, finally first, secondly, third</a:t>
            </a:r>
          </a:p>
          <a:p>
            <a:pPr fontAlgn="auto">
              <a:lnSpc>
                <a:spcPct val="80000"/>
              </a:lnSpc>
              <a:spcAft>
                <a:spcPts val="0"/>
              </a:spcAft>
            </a:pPr>
            <a:r>
              <a:rPr sz="2800" lang="en-US" u="sng">
                <a:solidFill>
                  <a:schemeClr val="tx1">
                    <a:lumMod val="75000"/>
                    <a:lumOff val="25000"/>
                  </a:schemeClr>
                </a:solidFill>
              </a:rPr>
              <a:t>For additional points</a:t>
            </a:r>
            <a:r>
              <a:rPr sz="2800" lang="en-US">
                <a:solidFill>
                  <a:schemeClr val="tx1">
                    <a:lumMod val="75000"/>
                    <a:lumOff val="25000"/>
                  </a:schemeClr>
                </a:solidFill>
              </a:rPr>
              <a:t>: Furthermore, in addition, also, moreover </a:t>
            </a:r>
          </a:p>
          <a:p>
            <a:pPr fontAlgn="auto">
              <a:lnSpc>
                <a:spcPct val="80000"/>
              </a:lnSpc>
              <a:spcAft>
                <a:spcPts val="0"/>
              </a:spcAft>
            </a:pPr>
            <a:r>
              <a:rPr sz="2800" lang="en-US" u="sng">
                <a:solidFill>
                  <a:schemeClr val="tx1">
                    <a:lumMod val="75000"/>
                    <a:lumOff val="25000"/>
                  </a:schemeClr>
                </a:solidFill>
              </a:rPr>
              <a:t>For opposing ideas</a:t>
            </a:r>
            <a:r>
              <a:rPr sz="2800" lang="en-US">
                <a:solidFill>
                  <a:schemeClr val="tx1">
                    <a:lumMod val="75000"/>
                    <a:lumOff val="25000"/>
                  </a:schemeClr>
                </a:solidFill>
              </a:rPr>
              <a:t>: On the other hand, in contrast, although, however</a:t>
            </a:r>
          </a:p>
          <a:p>
            <a:pPr fontAlgn="auto">
              <a:lnSpc>
                <a:spcPct val="80000"/>
              </a:lnSpc>
              <a:spcAft>
                <a:spcPts val="0"/>
              </a:spcAft>
            </a:pPr>
            <a:r>
              <a:rPr sz="2800" lang="en-US" u="sng">
                <a:solidFill>
                  <a:schemeClr val="tx1">
                    <a:lumMod val="75000"/>
                    <a:lumOff val="25000"/>
                  </a:schemeClr>
                </a:solidFill>
              </a:rPr>
              <a:t>For similar ideas</a:t>
            </a:r>
            <a:r>
              <a:rPr sz="2800" lang="en-US">
                <a:solidFill>
                  <a:schemeClr val="tx1">
                    <a:lumMod val="75000"/>
                    <a:lumOff val="25000"/>
                  </a:schemeClr>
                </a:solidFill>
              </a:rPr>
              <a:t>: Likewise, similarly, in comparison</a:t>
            </a:r>
          </a:p>
          <a:p>
            <a:pPr fontAlgn="auto">
              <a:lnSpc>
                <a:spcPct val="80000"/>
              </a:lnSpc>
              <a:spcAft>
                <a:spcPts val="0"/>
              </a:spcAft>
            </a:pPr>
            <a:endParaRPr sz="2800" lang="en-US">
              <a:solidFill>
                <a:schemeClr val="tx1">
                  <a:lumMod val="75000"/>
                  <a:lumOff val="25000"/>
                </a:schemeClr>
              </a:solidFill>
            </a:endParaRPr>
          </a:p>
        </p:txBody>
      </p:sp>
    </p:spTree>
  </p:cSld>
  <p:clrMapOvr>
    <a:masterClrMapping/>
  </p:clrMapOvr>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048739" name="Rectangle 2"/>
          <p:cNvSpPr>
            <a:spLocks noGrp="1" noChangeArrowheads="1"/>
          </p:cNvSpPr>
          <p:nvPr>
            <p:ph type="title"/>
          </p:nvPr>
        </p:nvSpPr>
        <p:spPr/>
        <p:txBody>
          <a:bodyPr/>
          <a:p>
            <a:r>
              <a:rPr lang="en-US" smtClean="0"/>
              <a:t>Signal/Transition Words</a:t>
            </a:r>
          </a:p>
        </p:txBody>
      </p:sp>
      <p:sp>
        <p:nvSpPr>
          <p:cNvPr id="1048740" name="Rectangle 3"/>
          <p:cNvSpPr>
            <a:spLocks noGrp="1" noChangeArrowheads="1"/>
          </p:cNvSpPr>
          <p:nvPr>
            <p:ph idx="1"/>
          </p:nvPr>
        </p:nvSpPr>
        <p:spPr/>
        <p:txBody>
          <a:bodyPr rtlCol="0">
            <a:normAutofit lnSpcReduction="10000"/>
          </a:bodyPr>
          <a:p>
            <a:pPr fontAlgn="auto">
              <a:lnSpc>
                <a:spcPct val="90000"/>
              </a:lnSpc>
              <a:spcAft>
                <a:spcPts val="0"/>
              </a:spcAft>
            </a:pPr>
            <a:r>
              <a:rPr sz="2800" lang="en-US" u="sng">
                <a:solidFill>
                  <a:schemeClr val="tx1">
                    <a:lumMod val="75000"/>
                    <a:lumOff val="25000"/>
                  </a:schemeClr>
                </a:solidFill>
              </a:rPr>
              <a:t>For exceptions</a:t>
            </a:r>
            <a:r>
              <a:rPr sz="2800" lang="en-US">
                <a:solidFill>
                  <a:schemeClr val="tx1">
                    <a:lumMod val="75000"/>
                    <a:lumOff val="25000"/>
                  </a:schemeClr>
                </a:solidFill>
              </a:rPr>
              <a:t>: However, nevertheless, but, yet, still </a:t>
            </a:r>
          </a:p>
          <a:p>
            <a:pPr fontAlgn="auto">
              <a:lnSpc>
                <a:spcPct val="90000"/>
              </a:lnSpc>
              <a:spcAft>
                <a:spcPts val="0"/>
              </a:spcAft>
            </a:pPr>
            <a:r>
              <a:rPr sz="2800" lang="en-US" u="sng">
                <a:solidFill>
                  <a:schemeClr val="tx1">
                    <a:lumMod val="75000"/>
                    <a:lumOff val="25000"/>
                  </a:schemeClr>
                </a:solidFill>
              </a:rPr>
              <a:t>For emphasis</a:t>
            </a:r>
            <a:r>
              <a:rPr sz="2800" lang="en-US">
                <a:solidFill>
                  <a:schemeClr val="tx1">
                    <a:lumMod val="75000"/>
                    <a:lumOff val="25000"/>
                  </a:schemeClr>
                </a:solidFill>
              </a:rPr>
              <a:t>: Above all, finally, more importantly</a:t>
            </a:r>
          </a:p>
          <a:p>
            <a:pPr fontAlgn="auto">
              <a:lnSpc>
                <a:spcPct val="90000"/>
              </a:lnSpc>
              <a:spcAft>
                <a:spcPts val="0"/>
              </a:spcAft>
            </a:pPr>
            <a:r>
              <a:rPr sz="2800" lang="en-US" u="sng">
                <a:solidFill>
                  <a:schemeClr val="tx1">
                    <a:lumMod val="75000"/>
                    <a:lumOff val="25000"/>
                  </a:schemeClr>
                </a:solidFill>
              </a:rPr>
              <a:t>For understanding</a:t>
            </a:r>
            <a:r>
              <a:rPr sz="2800" lang="en-US">
                <a:solidFill>
                  <a:schemeClr val="tx1">
                    <a:lumMod val="75000"/>
                    <a:lumOff val="25000"/>
                  </a:schemeClr>
                </a:solidFill>
              </a:rPr>
              <a:t>: In other words, in essence, briefly</a:t>
            </a:r>
          </a:p>
          <a:p>
            <a:pPr fontAlgn="auto">
              <a:lnSpc>
                <a:spcPct val="90000"/>
              </a:lnSpc>
              <a:spcAft>
                <a:spcPts val="0"/>
              </a:spcAft>
            </a:pPr>
            <a:r>
              <a:rPr sz="2800" lang="en-US" u="sng">
                <a:solidFill>
                  <a:schemeClr val="tx1">
                    <a:lumMod val="75000"/>
                    <a:lumOff val="25000"/>
                  </a:schemeClr>
                </a:solidFill>
              </a:rPr>
              <a:t>For summarizing</a:t>
            </a:r>
            <a:r>
              <a:rPr sz="2800" lang="en-US">
                <a:solidFill>
                  <a:schemeClr val="tx1">
                    <a:lumMod val="75000"/>
                    <a:lumOff val="25000"/>
                  </a:schemeClr>
                </a:solidFill>
              </a:rPr>
              <a:t>: In conclusion, to sum up, for these reasons, in a nutshell</a:t>
            </a:r>
          </a:p>
          <a:p>
            <a:pPr fontAlgn="auto">
              <a:lnSpc>
                <a:spcPct val="90000"/>
              </a:lnSpc>
              <a:spcAft>
                <a:spcPts val="0"/>
              </a:spcAft>
            </a:pPr>
            <a:r>
              <a:rPr sz="2800" lang="en-US" u="sng">
                <a:solidFill>
                  <a:schemeClr val="tx1">
                    <a:lumMod val="75000"/>
                    <a:lumOff val="25000"/>
                  </a:schemeClr>
                </a:solidFill>
              </a:rPr>
              <a:t>For exams</a:t>
            </a:r>
            <a:r>
              <a:rPr sz="2800" lang="en-US">
                <a:solidFill>
                  <a:schemeClr val="tx1">
                    <a:lumMod val="75000"/>
                    <a:lumOff val="25000"/>
                  </a:schemeClr>
                </a:solidFill>
              </a:rPr>
              <a:t>: Remember this, this is important, this could be on the test</a:t>
            </a:r>
          </a:p>
          <a:p>
            <a:pPr fontAlgn="auto">
              <a:lnSpc>
                <a:spcPct val="90000"/>
              </a:lnSpc>
              <a:spcAft>
                <a:spcPts val="0"/>
              </a:spcAft>
            </a:pPr>
            <a:endParaRPr sz="2800" lang="en-US">
              <a:solidFill>
                <a:schemeClr val="tx1">
                  <a:lumMod val="75000"/>
                  <a:lumOff val="25000"/>
                </a:schemeClr>
              </a:solidFill>
            </a:endParaRPr>
          </a:p>
        </p:txBody>
      </p:sp>
    </p:spTree>
  </p:cSld>
  <p:clrMapOvr>
    <a:masterClrMapping/>
  </p:clrMapOvr>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741" name="Rectangle 2"/>
          <p:cNvSpPr>
            <a:spLocks noGrp="1" noChangeArrowheads="1"/>
          </p:cNvSpPr>
          <p:nvPr>
            <p:ph type="title"/>
          </p:nvPr>
        </p:nvSpPr>
        <p:spPr/>
        <p:txBody>
          <a:bodyPr/>
          <a:p>
            <a:r>
              <a:rPr lang="en-US" smtClean="0"/>
              <a:t>Conclusion</a:t>
            </a:r>
          </a:p>
        </p:txBody>
      </p:sp>
      <p:sp>
        <p:nvSpPr>
          <p:cNvPr id="1048742" name="Rectangle 3"/>
          <p:cNvSpPr>
            <a:spLocks noGrp="1" noChangeArrowheads="1"/>
          </p:cNvSpPr>
          <p:nvPr>
            <p:ph idx="1"/>
          </p:nvPr>
        </p:nvSpPr>
        <p:spPr/>
        <p:txBody>
          <a:bodyPr rtlCol="0">
            <a:normAutofit fontScale="92500" lnSpcReduction="10000"/>
          </a:bodyPr>
          <a:p>
            <a:pPr fontAlgn="auto">
              <a:spcAft>
                <a:spcPts val="0"/>
              </a:spcAft>
            </a:pPr>
            <a:r>
              <a:rPr dirty="0" sz="2800" lang="en-US" smtClean="0">
                <a:solidFill>
                  <a:schemeClr val="tx1">
                    <a:lumMod val="75000"/>
                    <a:lumOff val="25000"/>
                  </a:schemeClr>
                </a:solidFill>
              </a:rPr>
              <a:t>Leave </a:t>
            </a:r>
            <a:r>
              <a:rPr dirty="0" sz="2800" lang="en-US">
                <a:solidFill>
                  <a:schemeClr val="tx1">
                    <a:lumMod val="75000"/>
                    <a:lumOff val="25000"/>
                  </a:schemeClr>
                </a:solidFill>
              </a:rPr>
              <a:t>the reader </a:t>
            </a:r>
            <a:r>
              <a:rPr dirty="0" sz="2800" lang="en-US" smtClean="0">
                <a:solidFill>
                  <a:schemeClr val="tx1">
                    <a:lumMod val="75000"/>
                    <a:lumOff val="25000"/>
                  </a:schemeClr>
                </a:solidFill>
              </a:rPr>
              <a:t>thinking about your topic.  Leave an impression on them!</a:t>
            </a:r>
            <a:endParaRPr dirty="0" sz="2800" lang="en-US">
              <a:solidFill>
                <a:schemeClr val="tx1">
                  <a:lumMod val="75000"/>
                  <a:lumOff val="25000"/>
                </a:schemeClr>
              </a:solidFill>
            </a:endParaRPr>
          </a:p>
          <a:p>
            <a:pPr fontAlgn="auto">
              <a:spcAft>
                <a:spcPts val="0"/>
              </a:spcAft>
            </a:pPr>
            <a:r>
              <a:rPr dirty="0" sz="2800" lang="en-US" smtClean="0">
                <a:solidFill>
                  <a:schemeClr val="tx1">
                    <a:lumMod val="75000"/>
                    <a:lumOff val="25000"/>
                  </a:schemeClr>
                </a:solidFill>
              </a:rPr>
              <a:t>No new information in conclusion</a:t>
            </a:r>
          </a:p>
          <a:p>
            <a:pPr fontAlgn="auto">
              <a:spcAft>
                <a:spcPts val="0"/>
              </a:spcAft>
            </a:pPr>
            <a:r>
              <a:rPr dirty="0" sz="2800" lang="en-US" smtClean="0">
                <a:solidFill>
                  <a:schemeClr val="tx1">
                    <a:lumMod val="75000"/>
                    <a:lumOff val="25000"/>
                  </a:schemeClr>
                </a:solidFill>
              </a:rPr>
              <a:t>Be sure to recap your ideas</a:t>
            </a:r>
            <a:endParaRPr dirty="0" sz="2800" lang="en-US">
              <a:solidFill>
                <a:schemeClr val="tx1">
                  <a:lumMod val="75000"/>
                  <a:lumOff val="25000"/>
                </a:schemeClr>
              </a:solidFill>
            </a:endParaRPr>
          </a:p>
          <a:p>
            <a:pPr fontAlgn="auto">
              <a:spcAft>
                <a:spcPts val="0"/>
              </a:spcAft>
            </a:pPr>
            <a:r>
              <a:rPr dirty="0" sz="2800" lang="en-US">
                <a:solidFill>
                  <a:schemeClr val="tx1">
                    <a:lumMod val="75000"/>
                    <a:lumOff val="25000"/>
                  </a:schemeClr>
                </a:solidFill>
              </a:rPr>
              <a:t>Should follow logically from the body of the </a:t>
            </a:r>
            <a:r>
              <a:rPr dirty="0" sz="2800" lang="en-US" smtClean="0">
                <a:solidFill>
                  <a:schemeClr val="tx1">
                    <a:lumMod val="75000"/>
                    <a:lumOff val="25000"/>
                  </a:schemeClr>
                </a:solidFill>
              </a:rPr>
              <a:t>essay</a:t>
            </a:r>
          </a:p>
          <a:p>
            <a:pPr fontAlgn="auto">
              <a:spcAft>
                <a:spcPts val="0"/>
              </a:spcAft>
            </a:pPr>
            <a:r>
              <a:rPr dirty="0" sz="2800" lang="en-US" smtClean="0">
                <a:solidFill>
                  <a:schemeClr val="tx1">
                    <a:lumMod val="75000"/>
                    <a:lumOff val="25000"/>
                  </a:schemeClr>
                </a:solidFill>
              </a:rPr>
              <a:t>Restate your thesis statement in different words</a:t>
            </a:r>
          </a:p>
          <a:p>
            <a:pPr fontAlgn="auto">
              <a:spcAft>
                <a:spcPts val="0"/>
              </a:spcAft>
            </a:pPr>
            <a:r>
              <a:rPr dirty="0" sz="2800" lang="en-US" smtClean="0">
                <a:solidFill>
                  <a:schemeClr val="tx1">
                    <a:lumMod val="75000"/>
                    <a:lumOff val="25000"/>
                  </a:schemeClr>
                </a:solidFill>
              </a:rPr>
              <a:t>You might want to have your reader do something after reading (“call to action” – Example: Go write your Senator about this problem.)</a:t>
            </a:r>
          </a:p>
          <a:p>
            <a:pPr fontAlgn="auto">
              <a:spcAft>
                <a:spcPts val="0"/>
              </a:spcAft>
            </a:pPr>
            <a:endParaRPr dirty="0" sz="2800" lang="en-US">
              <a:solidFill>
                <a:schemeClr val="tx1">
                  <a:lumMod val="75000"/>
                  <a:lumOff val="25000"/>
                </a:schemeClr>
              </a:solidFill>
            </a:endParaRPr>
          </a:p>
        </p:txBody>
      </p:sp>
    </p:spTree>
  </p:cSld>
  <p:clrMapOvr>
    <a:masterClrMapping/>
  </p:clrMapOvr>
  <p:timing/>
</p:sld>
</file>

<file path=ppt/theme/_rels/theme1.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jpeg"/></Relationships>
</file>

<file path=ppt/theme/theme1.xml><?xml version="1.0" encoding="utf-8"?>
<a:theme xmlns:a="http://schemas.openxmlformats.org/drawingml/2006/main" name="Sketchbook">
  <a:themeElements>
    <a:clrScheme name="Sketchbook">
      <a:dk1>
        <a:sysClr lastClr="000000" val="windowText"/>
      </a:dk1>
      <a:lt1>
        <a:sysClr lastClr="FFFFFF" val="window"/>
      </a:lt1>
      <a:dk2>
        <a:srgbClr val="4C1304"/>
      </a:dk2>
      <a:lt2>
        <a:srgbClr val="FFFEE6"/>
      </a:lt2>
      <a:accent1>
        <a:srgbClr val="A63212"/>
      </a:accent1>
      <a:accent2>
        <a:srgbClr val="E68230"/>
      </a:accent2>
      <a:accent3>
        <a:srgbClr val="9BB05E"/>
      </a:accent3>
      <a:accent4>
        <a:srgbClr val="6B9BC7"/>
      </a:accent4>
      <a:accent5>
        <a:srgbClr val="4E66B2"/>
      </a:accent5>
      <a:accent6>
        <a:srgbClr val="8976AC"/>
      </a:accent6>
      <a:hlink>
        <a:srgbClr val="942408"/>
      </a:hlink>
      <a:folHlink>
        <a:srgbClr val="B34F17"/>
      </a:folHlink>
    </a:clrScheme>
    <a:fontScheme name="Sketchbook">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Sketchbook">
      <a:fillStyleLst>
        <a:solidFill>
          <a:schemeClr val="phClr"/>
        </a:solidFill>
        <a:gradFill rotWithShape="1">
          <a:gsLst>
            <a:gs pos="0">
              <a:schemeClr val="phClr">
                <a:tint val="10000"/>
                <a:alpha val="94000"/>
                <a:satMod val="120000"/>
                <a:lumMod val="110000"/>
              </a:schemeClr>
            </a:gs>
            <a:gs pos="100000">
              <a:schemeClr val="phClr">
                <a:tint val="80000"/>
                <a:shade val="100000"/>
                <a:satMod val="140000"/>
                <a:lumMod val="120000"/>
              </a:schemeClr>
            </a:gs>
          </a:gsLst>
          <a:lin ang="5400000" scaled="0"/>
        </a:gradFill>
        <a:gradFill rotWithShape="1">
          <a:gsLst>
            <a:gs pos="0">
              <a:schemeClr val="phClr">
                <a:tint val="100000"/>
                <a:shade val="100000"/>
                <a:satMod val="100000"/>
                <a:lumMod val="90000"/>
              </a:schemeClr>
            </a:gs>
            <a:gs pos="100000">
              <a:schemeClr val="phClr">
                <a:tint val="95000"/>
                <a:shade val="100000"/>
                <a:satMod val="110000"/>
                <a:lumMod val="105000"/>
              </a:schemeClr>
            </a:gs>
          </a:gsLst>
          <a:path path="circle">
            <a:fillToRect l="40000" t="100000" r="40000" b="100000"/>
          </a:path>
        </a:gradFill>
      </a:fillStyleLst>
      <a:lnStyleLst>
        <a:ln w="9525" cap="flat" cmpd="sng" algn="ctr">
          <a:solidFill>
            <a:schemeClr val="phClr"/>
          </a:solidFill>
          <a:prstDash val="solid"/>
        </a:ln>
        <a:ln w="19050"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outerShdw blurRad="50800" dir="5400000" dist="12700" rotWithShape="0">
              <a:srgbClr val="000000">
                <a:alpha val="37000"/>
              </a:srgbClr>
            </a:outerShdw>
          </a:effectLst>
        </a:effectStyle>
        <a:effectStyle>
          <a:effectLst>
            <a:outerShdw blurRad="50800" dir="5040000" dist="25400" rotWithShape="0">
              <a:srgbClr val="000000">
                <a:alpha val="44000"/>
              </a:srgbClr>
            </a:outerShdw>
          </a:effectLst>
          <a:scene3d>
            <a:camera prst="orthographicFront">
              <a:rot lat="0" lon="0" rev="0"/>
            </a:camera>
            <a:lightRig dir="tl" rig="threePt"/>
          </a:scene3d>
          <a:sp3d prstMaterial="dkEdge">
            <a:bevelT w="38100" h="25400" prst="coolSlant"/>
          </a:sp3d>
        </a:effectStyle>
      </a:effectStyleLst>
      <a:bgFillStyleLst>
        <a:solidFill>
          <a:schemeClr val="phClr"/>
        </a:solidFill>
        <a:blipFill rotWithShape="1">
          <a:blip xmlns:r="http://schemas.openxmlformats.org/officeDocument/2006/relationships" r:embed="rId1">
            <a:duotone>
              <a:schemeClr val="phClr">
                <a:shade val="55000"/>
                <a:lumMod val="90000"/>
              </a:schemeClr>
              <a:schemeClr val="phClr">
                <a:tint val="92000"/>
                <a:satMod val="120000"/>
                <a:lumMod val="103000"/>
              </a:schemeClr>
            </a:duotone>
          </a:blip>
          <a:stretch>
            <a:fillRect/>
          </a:stretch>
        </a:blipFill>
        <a:blipFill rotWithShape="1">
          <a:blip xmlns:r="http://schemas.openxmlformats.org/officeDocument/2006/relationships" r:embed="rId2">
            <a:duotone>
              <a:schemeClr val="phClr">
                <a:shade val="96000"/>
              </a:schemeClr>
              <a:schemeClr val="phClr">
                <a:tint val="98000"/>
              </a:schemeClr>
            </a:duotone>
          </a:blip>
          <a:tile algn="tl" flip="none" sx="50000" sy="50000" tx="0" ty="0"/>
        </a:blip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How to write an essay</dc:title>
  <dc:creator>Brooke</dc:creator>
  <cp:lastModifiedBy>Successor</cp:lastModifiedBy>
  <dcterms:created xsi:type="dcterms:W3CDTF">2010-01-10T14:57:48Z</dcterms:created>
  <dcterms:modified xsi:type="dcterms:W3CDTF">2026-09-05T14:36:31Z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811114433ff74c288b0cbb3c33208e77_23</vt:lpwstr>
  </property>
</Properties>
</file>