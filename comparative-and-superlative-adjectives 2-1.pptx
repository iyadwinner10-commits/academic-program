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9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5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  <p:sldMasterId id="2147483661" r:id="rId2"/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Comic Sans MS" pitchFamily="66" charset="0"/>
        <a:sym typeface="Comic Sans MS" pitchFamily="66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Comic Sans MS" pitchFamily="66" charset="0"/>
        <a:sym typeface="Comic Sans MS" pitchFamily="66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Comic Sans MS" pitchFamily="66" charset="0"/>
        <a:sym typeface="Comic Sans MS" pitchFamily="66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Comic Sans MS" pitchFamily="66" charset="0"/>
        <a:sym typeface="Comic Sans MS" pitchFamily="66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Comic Sans MS" pitchFamily="66" charset="0"/>
        <a:sym typeface="Comic Sans MS" pitchFamily="66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showOutlineIcons="1" snapVertSplitter="0" vertBarState="restored" horzBarState="restored" preferSingleView="0">
    <p:restoredLeft sz="15456" autoAdjust="0"/>
    <p:restoredTop sz="94660"/>
  </p:normalViewPr>
  <p:slideViewPr>
    <p:cSldViewPr showGuides="0" snapToGrid="1" snapToObjects="0">
      <p:cViewPr varScale="1">
        <p:scale>
          <a:sx n="72" d="100"/>
          <a:sy n="72" d="100"/>
        </p:scale>
        <p:origin x="-606" y="-102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56" name="Rectangle 2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sz="1200" lang="en-US">
              <a:latin typeface="Arial" pitchFamily="0" charset="0"/>
            </a:endParaRPr>
          </a:p>
        </p:txBody>
      </p:sp>
      <p:sp>
        <p:nvSpPr>
          <p:cNvPr id="1048957" name="Rectangle 3"/>
          <p:cNvSpPr/>
          <p:nvPr>
            <p:ph type="dt" sz="full" idx="1"/>
          </p:nvPr>
        </p:nvSpPr>
        <p:spPr>
          <a:xfrm rot="0">
            <a:off x="3884612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1" hangingPunct="1" lvl="0"/>
            <a:endParaRPr altLang="en-US" sz="1200" lang="en-US">
              <a:latin typeface="Arial" pitchFamily="0" charset="0"/>
            </a:endParaRPr>
          </a:p>
        </p:txBody>
      </p:sp>
      <p:sp>
        <p:nvSpPr>
          <p:cNvPr id="1048958" name="Rectangle 4"/>
          <p:cNvSpPr/>
          <p:nvPr>
            <p:ph type="sldImg" sz="full" idx="2"/>
          </p:nvPr>
        </p:nvSpPr>
        <p:spPr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8959" name="Rectangle 5"/>
          <p:cNvSpPr/>
          <p:nvPr>
            <p:ph type="body" sz="quarter" idx="3"/>
          </p:nvPr>
        </p:nvSpPr>
        <p:spPr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tr-TR"/>
              <a:t>Click to edit Master text styles</a:t>
            </a:r>
          </a:p>
          <a:p>
            <a:pPr lvl="1"/>
            <a:r>
              <a:rPr altLang="en-US" lang="tr-TR"/>
              <a:t>Second level</a:t>
            </a:r>
          </a:p>
          <a:p>
            <a:pPr lvl="2"/>
            <a:r>
              <a:rPr altLang="en-US" lang="tr-TR"/>
              <a:t>Third level</a:t>
            </a:r>
          </a:p>
          <a:p>
            <a:pPr lvl="3"/>
            <a:r>
              <a:rPr altLang="en-US" lang="tr-TR"/>
              <a:t>Fourth level</a:t>
            </a:r>
          </a:p>
          <a:p>
            <a:pPr lvl="4"/>
            <a:r>
              <a:rPr altLang="en-US" lang="tr-TR"/>
              <a:t>Fifth level</a:t>
            </a:r>
          </a:p>
        </p:txBody>
      </p:sp>
      <p:sp>
        <p:nvSpPr>
          <p:cNvPr id="1048960" name="Rectangle 6"/>
          <p:cNvSpPr/>
          <p:nvPr>
            <p:ph type="ftr" sz="quarter" idx="4"/>
          </p:nvPr>
        </p:nvSpPr>
        <p:spPr>
          <a:xfrm rot="0"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1" hangingPunct="1" lvl="0"/>
            <a:endParaRPr altLang="en-US" sz="1200" lang="en-US">
              <a:latin typeface="Arial" pitchFamily="0" charset="0"/>
            </a:endParaRPr>
          </a:p>
        </p:txBody>
      </p:sp>
      <p:sp>
        <p:nvSpPr>
          <p:cNvPr id="1048961" name="Rectangle 7"/>
          <p:cNvSpPr/>
          <p:nvPr>
            <p:ph type="sldNum" sz="quarter" idx="5"/>
          </p:nvPr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Comic Sans MS" pitchFamily="66" charset="0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Comic Sans MS" pitchFamily="66" charset="0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Comic Sans MS" pitchFamily="66" charset="0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Comic Sans MS" pitchFamily="66" charset="0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Arial" pitchFamily="0" charset="0"/>
        <a:sym typeface="Comic Sans MS" pitchFamily="66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4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05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  <a:noFill/>
        </p:spPr>
        <p:txBody>
          <a:bodyPr anchor="t" bIns="45720" lIns="91440" rIns="91440" tIns="45720" vert="horz"/>
          <a:p>
            <a:pPr eaLnBrk="1" hangingPunct="1" lvl="0"/>
            <a:endParaRPr altLang="en-US" lang="tr-TR"/>
          </a:p>
        </p:txBody>
      </p:sp>
      <p:sp>
        <p:nvSpPr>
          <p:cNvPr id="1048606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0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11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  <a:noFill/>
        </p:spPr>
        <p:txBody>
          <a:bodyPr anchor="t" bIns="45720" lIns="91440" rIns="91440" tIns="45720" vert="horz"/>
          <a:p>
            <a:pPr eaLnBrk="1" hangingPunct="1" lvl="0"/>
            <a:endParaRPr altLang="en-US" lang="tr-TR"/>
          </a:p>
        </p:txBody>
      </p:sp>
      <p:sp>
        <p:nvSpPr>
          <p:cNvPr id="1048712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5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26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  <a:noFill/>
        </p:spPr>
        <p:txBody>
          <a:bodyPr anchor="t" bIns="45720" lIns="91440" rIns="91440" tIns="45720" vert="horz"/>
          <a:p>
            <a:pPr eaLnBrk="1" hangingPunct="1" lvl="0"/>
            <a:endParaRPr altLang="en-US" lang="tr-TR"/>
          </a:p>
        </p:txBody>
      </p:sp>
      <p:sp>
        <p:nvSpPr>
          <p:cNvPr id="1048727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33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34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  <a:noFill/>
        </p:spPr>
        <p:txBody>
          <a:bodyPr anchor="t" bIns="45720" lIns="91440" rIns="91440" tIns="45720" vert="horz"/>
          <a:p>
            <a:pPr eaLnBrk="1" hangingPunct="1" lvl="0"/>
            <a:endParaRPr altLang="en-US" lang="tr-TR"/>
          </a:p>
        </p:txBody>
      </p:sp>
      <p:sp>
        <p:nvSpPr>
          <p:cNvPr id="1048735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3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84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  <a:noFill/>
        </p:spPr>
        <p:txBody>
          <a:bodyPr anchor="t" bIns="45720" lIns="91440" rIns="91440" tIns="45720" vert="horz"/>
          <a:p>
            <a:pPr eaLnBrk="1" hangingPunct="1" lvl="0"/>
            <a:endParaRPr altLang="en-US" lang="tr-TR"/>
          </a:p>
        </p:txBody>
      </p:sp>
      <p:sp>
        <p:nvSpPr>
          <p:cNvPr id="1048785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36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837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  <a:noFill/>
        </p:spPr>
        <p:txBody>
          <a:bodyPr anchor="t" bIns="45720" lIns="91440" rIns="91440" tIns="45720" vert="horz"/>
          <a:p>
            <a:pPr eaLnBrk="1" hangingPunct="1" lvl="0"/>
            <a:endParaRPr altLang="en-US" lang="tr-TR"/>
          </a:p>
        </p:txBody>
      </p:sp>
      <p:sp>
        <p:nvSpPr>
          <p:cNvPr id="1048838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44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845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  <a:noFill/>
        </p:spPr>
        <p:txBody>
          <a:bodyPr anchor="t" bIns="45720" lIns="91440" rIns="91440" tIns="45720" vert="horz"/>
          <a:p>
            <a:pPr eaLnBrk="1" hangingPunct="1" lvl="0"/>
            <a:endParaRPr altLang="en-US" lang="tr-TR"/>
          </a:p>
        </p:txBody>
      </p:sp>
      <p:sp>
        <p:nvSpPr>
          <p:cNvPr id="1048846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2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853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  <a:noFill/>
        </p:spPr>
        <p:txBody>
          <a:bodyPr anchor="t" bIns="45720" lIns="91440" rIns="91440" tIns="45720" vert="horz"/>
          <a:p>
            <a:pPr eaLnBrk="1" hangingPunct="1" lvl="0"/>
            <a:endParaRPr altLang="en-US" lang="tr-TR"/>
          </a:p>
        </p:txBody>
      </p:sp>
      <p:sp>
        <p:nvSpPr>
          <p:cNvPr id="1048854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9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860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  <a:noFill/>
        </p:spPr>
        <p:txBody>
          <a:bodyPr anchor="t" bIns="45720" lIns="91440" rIns="91440" tIns="45720" vert="horz"/>
          <a:p>
            <a:pPr eaLnBrk="1" hangingPunct="1" lvl="0"/>
            <a:endParaRPr altLang="en-US" lang="tr-TR"/>
          </a:p>
        </p:txBody>
      </p:sp>
      <p:sp>
        <p:nvSpPr>
          <p:cNvPr id="1048861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>
                <a:latin typeface="Arial" pitchFamily="0" charset="0"/>
              </a:rPr>
              <a:pPr algn="r" eaLnBrk="1" hangingPunct="1" lvl="0"/>
            </a:fld>
            <a:endParaRPr altLang="en-US" sz="1200" lang="en-US">
              <a:latin typeface="Arial" pitchFamily="0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70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71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14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915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1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1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91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2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2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92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2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3200" i="0" kern="0" kumimoji="0" lang="tr-TR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92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2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0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3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bl">
  <p:cSld name="Title and Table"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782" name="Table Placeholder 2"/>
          <p:cNvSpPr>
            <a:spLocks noGrp="1"/>
          </p:cNvSpPr>
          <p:nvPr>
            <p:ph type="tbl" idx="1"/>
          </p:nvPr>
        </p:nvSpPr>
        <p:spPr>
          <a:xfrm>
            <a:off x="685800" y="1828800"/>
            <a:ext cx="7696200" cy="36576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algn="l" defTabSz="914400" eaLnBrk="0" fontAlgn="base" hangingPunct="0" indent="-342900" latinLnBrk="0" lvl="0" marL="34290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baseline="0" b="0" cap="none" sz="3200" i="0" kern="0" kumimoji="0" lang="tr-TR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xAndObj">
  <p:cSld name="Title, Text, and Content"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3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93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88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89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89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895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896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89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9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90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0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0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90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0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3200" i="0" kern="0" kumimoji="0" lang="tr-TR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90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1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1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1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62" name="Freeform 2"/>
          <p:cNvSpPr/>
          <p:nvPr/>
        </p:nvSpPr>
        <p:spPr bwMode="blackWhite">
          <a:xfrm rot="0">
            <a:off x="20637" y="12700"/>
            <a:ext cx="8896350" cy="6780212"/>
          </a:xfrm>
          <a:custGeom>
            <a:avLst/>
            <a:gdLst>
              <a:gd name="l" fmla="*/ 0 w 3985"/>
              <a:gd name="t" fmla="*/ 0 h 3619"/>
              <a:gd name="r" fmla="*/ 3985 w 3985"/>
              <a:gd name="b" fmla="*/ 3619 h 3619"/>
            </a:gdLst>
            <a:ahLst/>
            <a:rect l="l" t="t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grpSp>
        <p:nvGrpSpPr>
          <p:cNvPr id="116" name=""/>
          <p:cNvGrpSpPr/>
          <p:nvPr/>
        </p:nvGrpSpPr>
        <p:grpSpPr>
          <a:xfrm rot="0">
            <a:off x="195262" y="234950"/>
            <a:ext cx="3787775" cy="1778000"/>
            <a:chOff x="123" y="148"/>
            <a:chExt cx="2386" cy="1120"/>
          </a:xfrm>
        </p:grpSpPr>
        <p:sp>
          <p:nvSpPr>
            <p:cNvPr id="1048863" name="Freeform 9"/>
            <p:cNvSpPr/>
            <p:nvPr/>
          </p:nvSpPr>
          <p:spPr>
            <a:xfrm rot="0">
              <a:off x="177" y="177"/>
              <a:ext cx="2250" cy="1017"/>
            </a:xfrm>
            <a:custGeom>
              <a:avLst/>
              <a:gdLst>
                <a:gd name="l" fmla="*/ 0 w 794"/>
                <a:gd name="t" fmla="*/ 0 h 414"/>
                <a:gd name="r" fmla="*/ 794 w 794"/>
                <a:gd name="b" fmla="*/ 414 h 414"/>
              </a:gdLst>
              <a:ahLst/>
              <a:rect l="l" t="t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864" name="Freeform 10"/>
            <p:cNvSpPr/>
            <p:nvPr/>
          </p:nvSpPr>
          <p:spPr>
            <a:xfrm rot="0">
              <a:off x="166" y="261"/>
              <a:ext cx="2244" cy="1007"/>
            </a:xfrm>
            <a:custGeom>
              <a:avLst/>
              <a:gdLst>
                <a:gd name="l" fmla="*/ 0 w 1586"/>
                <a:gd name="t" fmla="*/ 0 h 821"/>
                <a:gd name="r" fmla="*/ 1586 w 1586"/>
                <a:gd name="b" fmla="*/ 821 h 821"/>
              </a:gdLst>
              <a:ahLst/>
              <a:rect l="l" t="t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865" name="Freeform 11"/>
            <p:cNvSpPr/>
            <p:nvPr/>
          </p:nvSpPr>
          <p:spPr>
            <a:xfrm rot="0">
              <a:off x="474" y="344"/>
              <a:ext cx="1488" cy="919"/>
            </a:xfrm>
            <a:custGeom>
              <a:avLst/>
              <a:gdLst>
                <a:gd name="l" fmla="*/ 0 w 1049"/>
                <a:gd name="t" fmla="*/ 0 h 747"/>
                <a:gd name="r" fmla="*/ 1049 w 1049"/>
                <a:gd name="b" fmla="*/ 747 h 747"/>
              </a:gdLst>
              <a:ahLst/>
              <a:rect l="l" t="t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grpSp>
          <p:nvGrpSpPr>
            <p:cNvPr id="117" name=""/>
            <p:cNvGrpSpPr/>
            <p:nvPr/>
          </p:nvGrpSpPr>
          <p:grpSpPr>
            <a:xfrm rot="0"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1048866" name="Freeform 13"/>
              <p:cNvSpPr/>
              <p:nvPr/>
            </p:nvSpPr>
            <p:spPr>
              <a:xfrm rot="0">
                <a:off x="2005" y="934"/>
                <a:ext cx="212" cy="214"/>
              </a:xfrm>
              <a:custGeom>
                <a:avLst/>
                <a:gdLst>
                  <a:gd name="l" fmla="*/ 0 w 150"/>
                  <a:gd name="t" fmla="*/ 0 h 173"/>
                  <a:gd name="r" fmla="*/ 150 w 150"/>
                  <a:gd name="b" fmla="*/ 173 h 173"/>
                </a:gdLst>
                <a:ahLst/>
                <a:rect l="l" t="t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867" name="Freeform 14"/>
              <p:cNvSpPr/>
              <p:nvPr/>
            </p:nvSpPr>
            <p:spPr>
              <a:xfrm rot="0">
                <a:off x="123" y="148"/>
                <a:ext cx="2386" cy="1081"/>
              </a:xfrm>
              <a:custGeom>
                <a:avLst/>
                <a:gdLst>
                  <a:gd name="l" fmla="*/ 0 w 1684"/>
                  <a:gd name="t" fmla="*/ 0 h 880"/>
                  <a:gd name="r" fmla="*/ 1684 w 1684"/>
                  <a:gd name="b" fmla="*/ 880 h 880"/>
                </a:gdLst>
                <a:ahLst/>
                <a:rect l="l" t="t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868" name="Freeform 15"/>
              <p:cNvSpPr/>
              <p:nvPr/>
            </p:nvSpPr>
            <p:spPr>
              <a:xfrm rot="0">
                <a:off x="324" y="158"/>
                <a:ext cx="1686" cy="614"/>
              </a:xfrm>
              <a:custGeom>
                <a:avLst/>
                <a:gdLst>
                  <a:gd name="l" fmla="*/ 0 w 1190"/>
                  <a:gd name="t" fmla="*/ 0 h 500"/>
                  <a:gd name="r" fmla="*/ 1190 w 1190"/>
                  <a:gd name="b" fmla="*/ 500 h 500"/>
                </a:gdLst>
                <a:ahLst/>
                <a:rect l="l" t="t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869" name="Freeform 16"/>
              <p:cNvSpPr/>
              <p:nvPr/>
            </p:nvSpPr>
            <p:spPr>
              <a:xfrm rot="0">
                <a:off x="409" y="251"/>
                <a:ext cx="227" cy="410"/>
              </a:xfrm>
              <a:custGeom>
                <a:avLst/>
                <a:gdLst>
                  <a:gd name="l" fmla="*/ 0 w 160"/>
                  <a:gd name="t" fmla="*/ 0 h 335"/>
                  <a:gd name="r" fmla="*/ 160 w 160"/>
                  <a:gd name="b" fmla="*/ 335 h 335"/>
                </a:gdLst>
                <a:ahLst/>
                <a:rect l="l" t="t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870" name="Freeform 17"/>
              <p:cNvSpPr/>
              <p:nvPr/>
            </p:nvSpPr>
            <p:spPr>
              <a:xfrm rot="0">
                <a:off x="846" y="536"/>
                <a:ext cx="691" cy="364"/>
              </a:xfrm>
              <a:custGeom>
                <a:avLst/>
                <a:gdLst>
                  <a:gd name="l" fmla="*/ 0 w 489"/>
                  <a:gd name="t" fmla="*/ 0 h 296"/>
                  <a:gd name="r" fmla="*/ 489 w 489"/>
                  <a:gd name="b" fmla="*/ 296 h 296"/>
                </a:gdLst>
                <a:ahLst/>
                <a:rect l="l" t="t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</p:grpSp>
      </p:grpSp>
      <p:grpSp>
        <p:nvGrpSpPr>
          <p:cNvPr id="118" name=""/>
          <p:cNvGrpSpPr/>
          <p:nvPr/>
        </p:nvGrpSpPr>
        <p:grpSpPr>
          <a:xfrm rot="0">
            <a:off x="7915275" y="4368800"/>
            <a:ext cx="742950" cy="1058862"/>
            <a:chOff x="4986" y="2752"/>
            <a:chExt cx="468" cy="667"/>
          </a:xfrm>
        </p:grpSpPr>
        <p:sp>
          <p:nvSpPr>
            <p:cNvPr id="1048871" name="Freeform 19"/>
            <p:cNvSpPr/>
            <p:nvPr/>
          </p:nvSpPr>
          <p:spPr>
            <a:xfrm rot="7320403">
              <a:off x="4909" y="2936"/>
              <a:ext cx="629" cy="293"/>
            </a:xfrm>
            <a:custGeom>
              <a:avLst/>
              <a:gdLst>
                <a:gd name="l" fmla="*/ 0 w 794"/>
                <a:gd name="t" fmla="*/ 0 h 414"/>
                <a:gd name="r" fmla="*/ 794 w 794"/>
                <a:gd name="b" fmla="*/ 414 h 414"/>
              </a:gdLst>
              <a:ahLst/>
              <a:rect l="l" t="t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872" name="Freeform 20"/>
            <p:cNvSpPr/>
            <p:nvPr/>
          </p:nvSpPr>
          <p:spPr>
            <a:xfrm rot="7320403">
              <a:off x="4894" y="2922"/>
              <a:ext cx="627" cy="290"/>
            </a:xfrm>
            <a:custGeom>
              <a:avLst/>
              <a:gdLst>
                <a:gd name="l" fmla="*/ 0 w 1586"/>
                <a:gd name="t" fmla="*/ 0 h 821"/>
                <a:gd name="r" fmla="*/ 1586 w 1586"/>
                <a:gd name="b" fmla="*/ 821 h 821"/>
              </a:gdLst>
              <a:ahLst/>
              <a:rect l="l" t="t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873" name="Freeform 21"/>
            <p:cNvSpPr/>
            <p:nvPr/>
          </p:nvSpPr>
          <p:spPr>
            <a:xfrm rot="7320403">
              <a:off x="4999" y="2913"/>
              <a:ext cx="416" cy="265"/>
            </a:xfrm>
            <a:custGeom>
              <a:avLst/>
              <a:gdLst>
                <a:gd name="l" fmla="*/ 0 w 1049"/>
                <a:gd name="t" fmla="*/ 0 h 747"/>
                <a:gd name="r" fmla="*/ 1049 w 1049"/>
                <a:gd name="b" fmla="*/ 747 h 747"/>
              </a:gdLst>
              <a:ahLst/>
              <a:rect l="l" t="t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grpSp>
          <p:nvGrpSpPr>
            <p:cNvPr id="119" name=""/>
            <p:cNvGrpSpPr/>
            <p:nvPr/>
          </p:nvGrpSpPr>
          <p:grpSpPr>
            <a:xfrm rot="0"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1048874" name="Freeform 23"/>
              <p:cNvSpPr/>
              <p:nvPr/>
            </p:nvSpPr>
            <p:spPr>
              <a:xfrm rot="7320403">
                <a:off x="4987" y="3190"/>
                <a:ext cx="59" cy="61"/>
              </a:xfrm>
              <a:custGeom>
                <a:avLst/>
                <a:gdLst>
                  <a:gd name="l" fmla="*/ 0 w 150"/>
                  <a:gd name="t" fmla="*/ 0 h 173"/>
                  <a:gd name="r" fmla="*/ 150 w 150"/>
                  <a:gd name="b" fmla="*/ 173 h 173"/>
                </a:gdLst>
                <a:ahLst/>
                <a:rect l="l" t="t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875" name="Freeform 24"/>
              <p:cNvSpPr/>
              <p:nvPr/>
            </p:nvSpPr>
            <p:spPr>
              <a:xfrm rot="7320403">
                <a:off x="4887" y="2930"/>
                <a:ext cx="667" cy="311"/>
              </a:xfrm>
              <a:custGeom>
                <a:avLst/>
                <a:gdLst>
                  <a:gd name="l" fmla="*/ 0 w 1684"/>
                  <a:gd name="t" fmla="*/ 0 h 880"/>
                  <a:gd name="r" fmla="*/ 1684 w 1684"/>
                  <a:gd name="b" fmla="*/ 880 h 880"/>
                </a:gdLst>
                <a:ahLst/>
                <a:rect l="l" t="t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876" name="Freeform 25"/>
              <p:cNvSpPr/>
              <p:nvPr/>
            </p:nvSpPr>
            <p:spPr>
              <a:xfrm rot="7320403">
                <a:off x="5062" y="2997"/>
                <a:ext cx="472" cy="176"/>
              </a:xfrm>
              <a:custGeom>
                <a:avLst/>
                <a:gdLst>
                  <a:gd name="l" fmla="*/ 0 w 1190"/>
                  <a:gd name="t" fmla="*/ 0 h 500"/>
                  <a:gd name="r" fmla="*/ 1190 w 1190"/>
                  <a:gd name="b" fmla="*/ 500 h 500"/>
                </a:gdLst>
                <a:ahLst/>
                <a:rect l="l" t="t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877" name="Freeform 26"/>
              <p:cNvSpPr/>
              <p:nvPr/>
            </p:nvSpPr>
            <p:spPr>
              <a:xfrm rot="7320403">
                <a:off x="5364" y="2873"/>
                <a:ext cx="63" cy="118"/>
              </a:xfrm>
              <a:custGeom>
                <a:avLst/>
                <a:gdLst>
                  <a:gd name="l" fmla="*/ 0 w 160"/>
                  <a:gd name="t" fmla="*/ 0 h 335"/>
                  <a:gd name="r" fmla="*/ 160 w 160"/>
                  <a:gd name="b" fmla="*/ 335 h 335"/>
                </a:gdLst>
                <a:ahLst/>
                <a:rect l="l" t="t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878" name="Freeform 27"/>
              <p:cNvSpPr/>
              <p:nvPr/>
            </p:nvSpPr>
            <p:spPr>
              <a:xfrm rot="7320403">
                <a:off x="5137" y="2999"/>
                <a:ext cx="193" cy="104"/>
              </a:xfrm>
              <a:custGeom>
                <a:avLst/>
                <a:gdLst>
                  <a:gd name="l" fmla="*/ 0 w 489"/>
                  <a:gd name="t" fmla="*/ 0 h 296"/>
                  <a:gd name="r" fmla="*/ 489 w 489"/>
                  <a:gd name="b" fmla="*/ 296 h 296"/>
                </a:gdLst>
                <a:ahLst/>
                <a:rect l="l" t="t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</p:grpSp>
      </p:grpSp>
      <p:sp>
        <p:nvSpPr>
          <p:cNvPr id="1048879" name="Freeform 28"/>
          <p:cNvSpPr/>
          <p:nvPr/>
        </p:nvSpPr>
        <p:spPr>
          <a:xfrm rot="0">
            <a:off x="901700" y="5054600"/>
            <a:ext cx="6807200" cy="728662"/>
          </a:xfrm>
          <a:custGeom>
            <a:avLst/>
            <a:gdLst>
              <a:gd name="l" fmla="*/ 0 w 4288"/>
              <a:gd name="t" fmla="*/ 0 h 459"/>
              <a:gd name="r" fmla="*/ 4288 w 4288"/>
              <a:gd name="b" fmla="*/ 459 h 459"/>
            </a:gdLst>
            <a:ahLst/>
            <a:rect l="l" t="t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sp>
        <p:nvSpPr>
          <p:cNvPr id="1048880" name="Freeform 29"/>
          <p:cNvSpPr/>
          <p:nvPr/>
        </p:nvSpPr>
        <p:spPr>
          <a:xfrm rot="0">
            <a:off x="4076700" y="1930400"/>
            <a:ext cx="889000" cy="381000"/>
          </a:xfrm>
          <a:custGeom>
            <a:avLst/>
            <a:gdLst>
              <a:gd name="l" fmla="*/ 0 w 560"/>
              <a:gd name="t" fmla="*/ 0 h 240"/>
              <a:gd name="r" fmla="*/ 560 w 560"/>
              <a:gd name="b" fmla="*/ 240 h 240"/>
            </a:gdLst>
            <a:ahLst/>
            <a:rect l="l" t="t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lt2">
                <a:alpha val="100000"/>
              </a:schemeClr>
            </a:solidFill>
            <a:prstDash val="solid"/>
            <a:round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sp>
        <p:nvSpPr>
          <p:cNvPr id="1048883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884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  <p:sp>
        <p:nvSpPr>
          <p:cNvPr id="1048885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887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algn="ctr" indent="0" marL="0">
              <a:buFontTx/>
              <a:buNone/>
              <a:defRPr sz="2800">
                <a:effectLst>
                  <a:outerShdw algn="tl" blurRad="38100" dir="2700000" dist="38100">
                    <a:srgbClr val="C0C0C0"/>
                  </a:outerShdw>
                </a:effectLst>
              </a:defRPr>
            </a:lvl1pPr>
          </a:lstStyle>
          <a:p>
            <a:r>
              <a:rPr lang="tr-TR"/>
              <a:t>Click to edit Master subtitle style</a:t>
            </a:r>
          </a:p>
        </p:txBody>
      </p:sp>
      <p:sp>
        <p:nvSpPr>
          <p:cNvPr id="1048886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algn="ctr" dir="2021404" dist="45791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algn="tl" blurRad="38100" dir="2700000" dist="38100">
                    <a:srgbClr val="C0C0C0"/>
                  </a:outerShdw>
                </a:effectLst>
              </a:defRPr>
            </a:lvl1pPr>
          </a:lstStyle>
          <a:p>
            <a:r>
              <a:rPr lang="tr-TR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3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38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939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4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4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94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94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47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94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9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50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3200" i="0" kern="0" kumimoji="0" lang="tr-TR" noProof="0" normalizeH="0" spc="0" strike="noStrike" u="none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95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5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4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95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xAndTwoObj">
  <p:cSld name="Title, Text, and 2 Content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104865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5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828800"/>
            <a:ext cx="3771900" cy="17526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5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3733800"/>
            <a:ext cx="3771900" cy="17526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7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0" name="Freeform 2"/>
          <p:cNvSpPr/>
          <p:nvPr/>
        </p:nvSpPr>
        <p:spPr>
          <a:xfrm rot="18427436">
            <a:off x="7777955" y="-15081"/>
            <a:ext cx="1162050" cy="2084387"/>
          </a:xfrm>
          <a:custGeom>
            <a:avLst/>
            <a:gdLst>
              <a:gd name="l" fmla="*/ 0 w 2903"/>
              <a:gd name="t" fmla="*/ 0 h 3686"/>
              <a:gd name="r" fmla="*/ 2903 w 2903"/>
              <a:gd name="b" fmla="*/ 3686 h 3686"/>
            </a:gdLst>
            <a:ahLst/>
            <a:rect l="l" t="t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sp>
        <p:nvSpPr>
          <p:cNvPr id="1048661" name="Rectangle 3"/>
          <p:cNvSpPr/>
          <p:nvPr>
            <p:ph type="title" sz="full" idx="0"/>
          </p:nvPr>
        </p:nvSpPr>
        <p:spPr>
          <a:xfrm rot="0">
            <a:off x="685800" y="152400"/>
            <a:ext cx="6870700" cy="1600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r>
              <a:rPr altLang="en-US" lang="tr-TR"/>
              <a:t>Click to edit Master title style</a:t>
            </a:r>
          </a:p>
        </p:txBody>
      </p:sp>
      <p:sp>
        <p:nvSpPr>
          <p:cNvPr id="1048662" name="Rectangle 4"/>
          <p:cNvSpPr/>
          <p:nvPr>
            <p:ph type="body" sz="full" idx="1"/>
          </p:nvPr>
        </p:nvSpPr>
        <p:spPr>
          <a:xfrm rot="0">
            <a:off x="685800" y="1828800"/>
            <a:ext cx="7696200" cy="3657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tr-TR"/>
              <a:t>Click to edit Master text styles</a:t>
            </a:r>
          </a:p>
          <a:p>
            <a:pPr lvl="1"/>
            <a:r>
              <a:rPr altLang="en-US" lang="tr-TR"/>
              <a:t>Second level</a:t>
            </a:r>
          </a:p>
          <a:p>
            <a:pPr lvl="2"/>
            <a:r>
              <a:rPr altLang="en-US" lang="tr-TR"/>
              <a:t>Third level</a:t>
            </a:r>
          </a:p>
          <a:p>
            <a:pPr lvl="3"/>
            <a:r>
              <a:rPr altLang="en-US" lang="tr-TR"/>
              <a:t>Fourth level</a:t>
            </a:r>
          </a:p>
          <a:p>
            <a:pPr lvl="4"/>
            <a:r>
              <a:rPr altLang="en-US" lang="tr-TR"/>
              <a:t>Fifth level</a:t>
            </a:r>
          </a:p>
        </p:txBody>
      </p:sp>
      <p:sp>
        <p:nvSpPr>
          <p:cNvPr id="1048663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64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665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66" name="Freeform 8"/>
          <p:cNvSpPr/>
          <p:nvPr/>
        </p:nvSpPr>
        <p:spPr>
          <a:xfrm rot="18427436">
            <a:off x="7865268" y="24606"/>
            <a:ext cx="1165225" cy="2097087"/>
          </a:xfrm>
          <a:custGeom>
            <a:avLst/>
            <a:gdLst>
              <a:gd name="l" fmla="*/ 0 w 2911"/>
              <a:gd name="t" fmla="*/ 0 h 3703"/>
              <a:gd name="r" fmla="*/ 2911 w 2911"/>
              <a:gd name="b" fmla="*/ 3703 h 3703"/>
            </a:gdLst>
            <a:ahLst/>
            <a:rect l="l" t="t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</a:path>
            </a:pathLst>
          </a:custGeom>
          <a:solidFill>
            <a:schemeClr val="folHlink"/>
          </a:solidFill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sp>
        <p:nvSpPr>
          <p:cNvPr id="1048667" name="Freeform 9"/>
          <p:cNvSpPr/>
          <p:nvPr/>
        </p:nvSpPr>
        <p:spPr>
          <a:xfrm rot="18427436">
            <a:off x="7831137" y="192087"/>
            <a:ext cx="1025525" cy="1571625"/>
          </a:xfrm>
          <a:custGeom>
            <a:avLst/>
            <a:gdLst>
              <a:gd name="l" fmla="*/ 0 w 2561"/>
              <a:gd name="t" fmla="*/ 0 h 2777"/>
              <a:gd name="r" fmla="*/ 2561 w 2561"/>
              <a:gd name="b" fmla="*/ 2777 h 2777"/>
            </a:gdLst>
            <a:ahLst/>
            <a:rect l="l" t="t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grpSp>
        <p:nvGrpSpPr>
          <p:cNvPr id="75" name=""/>
          <p:cNvGrpSpPr/>
          <p:nvPr/>
        </p:nvGrpSpPr>
        <p:grpSpPr>
          <a:xfrm rot="0">
            <a:off x="7937" y="5540375"/>
            <a:ext cx="1784350" cy="1246187"/>
            <a:chOff x="5" y="3490"/>
            <a:chExt cx="1124" cy="785"/>
          </a:xfrm>
        </p:grpSpPr>
        <p:sp>
          <p:nvSpPr>
            <p:cNvPr id="1048668" name="Freeform 11"/>
            <p:cNvSpPr/>
            <p:nvPr/>
          </p:nvSpPr>
          <p:spPr>
            <a:xfrm rot="0">
              <a:off x="24" y="3505"/>
              <a:ext cx="1089" cy="649"/>
            </a:xfrm>
            <a:custGeom>
              <a:avLst/>
              <a:gdLst>
                <a:gd name="l" fmla="*/ 0 w 2177"/>
                <a:gd name="t" fmla="*/ 0 h 1298"/>
                <a:gd name="r" fmla="*/ 2177 w 2177"/>
                <a:gd name="b" fmla="*/ 1298 h 1298"/>
              </a:gdLst>
              <a:ahLst/>
              <a:rect l="l" t="t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69" name="Freeform 12"/>
            <p:cNvSpPr/>
            <p:nvPr/>
          </p:nvSpPr>
          <p:spPr>
            <a:xfrm rot="0">
              <a:off x="1022" y="3582"/>
              <a:ext cx="71" cy="129"/>
            </a:xfrm>
            <a:custGeom>
              <a:avLst/>
              <a:gdLst>
                <a:gd name="l" fmla="*/ 0 w 143"/>
                <a:gd name="t" fmla="*/ 0 h 258"/>
                <a:gd name="r" fmla="*/ 143 w 143"/>
                <a:gd name="b" fmla="*/ 258 h 258"/>
              </a:gdLst>
              <a:ahLst/>
              <a:rect l="l" t="t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70" name="Freeform 13"/>
            <p:cNvSpPr/>
            <p:nvPr/>
          </p:nvSpPr>
          <p:spPr>
            <a:xfrm rot="0">
              <a:off x="20" y="3774"/>
              <a:ext cx="792" cy="410"/>
            </a:xfrm>
            <a:custGeom>
              <a:avLst/>
              <a:gdLst>
                <a:gd name="l" fmla="*/ 0 w 1586"/>
                <a:gd name="t" fmla="*/ 0 h 821"/>
                <a:gd name="r" fmla="*/ 1586 w 1586"/>
                <a:gd name="b" fmla="*/ 821 h 821"/>
              </a:gdLst>
              <a:ahLst/>
              <a:rect l="l" t="t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71" name="Freeform 14"/>
            <p:cNvSpPr/>
            <p:nvPr/>
          </p:nvSpPr>
          <p:spPr>
            <a:xfrm rot="0">
              <a:off x="129" y="3808"/>
              <a:ext cx="525" cy="374"/>
            </a:xfrm>
            <a:custGeom>
              <a:avLst/>
              <a:gdLst>
                <a:gd name="l" fmla="*/ 0 w 1049"/>
                <a:gd name="t" fmla="*/ 0 h 747"/>
                <a:gd name="r" fmla="*/ 1049 w 1049"/>
                <a:gd name="b" fmla="*/ 747 h 747"/>
              </a:gdLst>
              <a:ahLst/>
              <a:rect l="l" t="t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72" name="Freeform 15"/>
            <p:cNvSpPr/>
            <p:nvPr/>
          </p:nvSpPr>
          <p:spPr>
            <a:xfrm rot="0">
              <a:off x="485" y="3532"/>
              <a:ext cx="135" cy="121"/>
            </a:xfrm>
            <a:custGeom>
              <a:avLst/>
              <a:gdLst>
                <a:gd name="l" fmla="*/ 0 w 272"/>
                <a:gd name="t" fmla="*/ 0 h 241"/>
                <a:gd name="r" fmla="*/ 272 w 272"/>
                <a:gd name="b" fmla="*/ 241 h 241"/>
              </a:gdLst>
              <a:ahLst/>
              <a:rect l="l" t="t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73" name="Freeform 16"/>
            <p:cNvSpPr/>
            <p:nvPr/>
          </p:nvSpPr>
          <p:spPr>
            <a:xfrm rot="0">
              <a:off x="641" y="4163"/>
              <a:ext cx="76" cy="112"/>
            </a:xfrm>
            <a:custGeom>
              <a:avLst/>
              <a:gdLst>
                <a:gd name="l" fmla="*/ 0 w 152"/>
                <a:gd name="t" fmla="*/ 0 h 224"/>
                <a:gd name="r" fmla="*/ 152 w 152"/>
                <a:gd name="b" fmla="*/ 224 h 224"/>
              </a:gdLst>
              <a:ahLst/>
              <a:rect l="l" t="t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74" name="Freeform 17"/>
            <p:cNvSpPr/>
            <p:nvPr/>
          </p:nvSpPr>
          <p:spPr>
            <a:xfrm rot="0">
              <a:off x="504" y="3607"/>
              <a:ext cx="193" cy="383"/>
            </a:xfrm>
            <a:custGeom>
              <a:avLst/>
              <a:gdLst>
                <a:gd name="l" fmla="*/ 0 w 386"/>
                <a:gd name="t" fmla="*/ 0 h 764"/>
                <a:gd name="r" fmla="*/ 386 w 386"/>
                <a:gd name="b" fmla="*/ 764 h 764"/>
              </a:gdLst>
              <a:ahLst/>
              <a:rect l="l" t="t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75" name="Freeform 18"/>
            <p:cNvSpPr/>
            <p:nvPr/>
          </p:nvSpPr>
          <p:spPr>
            <a:xfrm rot="0">
              <a:off x="668" y="3590"/>
              <a:ext cx="364" cy="174"/>
            </a:xfrm>
            <a:custGeom>
              <a:avLst/>
              <a:gdLst>
                <a:gd name="l" fmla="*/ 0 w 728"/>
                <a:gd name="t" fmla="*/ 0 h 348"/>
                <a:gd name="r" fmla="*/ 728 w 728"/>
                <a:gd name="b" fmla="*/ 348 h 348"/>
              </a:gdLst>
              <a:ahLst/>
              <a:rect l="l" t="t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76" name="Freeform 19"/>
            <p:cNvSpPr/>
            <p:nvPr/>
          </p:nvSpPr>
          <p:spPr>
            <a:xfrm rot="0">
              <a:off x="347" y="3693"/>
              <a:ext cx="156" cy="67"/>
            </a:xfrm>
            <a:custGeom>
              <a:avLst/>
              <a:gdLst>
                <a:gd name="l" fmla="*/ 0 w 312"/>
                <a:gd name="t" fmla="*/ 0 h 135"/>
                <a:gd name="r" fmla="*/ 312 w 312"/>
                <a:gd name="b" fmla="*/ 135 h 135"/>
              </a:gdLst>
              <a:ahLst/>
              <a:rect l="l" t="t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grpSp>
          <p:nvGrpSpPr>
            <p:cNvPr id="76" name=""/>
            <p:cNvGrpSpPr/>
            <p:nvPr/>
          </p:nvGrpSpPr>
          <p:grpSpPr>
            <a:xfrm rot="0"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77" name=""/>
              <p:cNvGrpSpPr/>
              <p:nvPr/>
            </p:nvGrpSpPr>
            <p:grpSpPr>
              <a:xfrm rot="0"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48677" name="Freeform 22"/>
                <p:cNvSpPr/>
                <p:nvPr/>
              </p:nvSpPr>
              <p:spPr>
                <a:xfrm rot="0">
                  <a:off x="499" y="3587"/>
                  <a:ext cx="157" cy="87"/>
                </a:xfrm>
                <a:custGeom>
                  <a:avLst/>
                  <a:gdLst>
                    <a:gd name="l" fmla="*/ 0 w 313"/>
                    <a:gd name="t" fmla="*/ 0 h 175"/>
                    <a:gd name="r" fmla="*/ 313 w 313"/>
                    <a:gd name="b" fmla="*/ 175 h 175"/>
                  </a:gdLst>
                  <a:ahLst/>
                  <a:rect l="l" t="t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78" name="Freeform 23"/>
                <p:cNvSpPr/>
                <p:nvPr/>
              </p:nvSpPr>
              <p:spPr>
                <a:xfrm rot="0">
                  <a:off x="636" y="4137"/>
                  <a:ext cx="115" cy="133"/>
                </a:xfrm>
                <a:custGeom>
                  <a:avLst/>
                  <a:gdLst>
                    <a:gd name="l" fmla="*/ 0 w 230"/>
                    <a:gd name="t" fmla="*/ 0 h 266"/>
                    <a:gd name="r" fmla="*/ 230 w 230"/>
                    <a:gd name="b" fmla="*/ 266 h 266"/>
                  </a:gdLst>
                  <a:ahLst/>
                  <a:rect l="l" t="t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79" name="Freeform 24"/>
                <p:cNvSpPr/>
                <p:nvPr/>
              </p:nvSpPr>
              <p:spPr>
                <a:xfrm rot="0">
                  <a:off x="1004" y="3562"/>
                  <a:ext cx="43" cy="117"/>
                </a:xfrm>
                <a:custGeom>
                  <a:avLst/>
                  <a:gdLst>
                    <a:gd name="l" fmla="*/ 0 w 87"/>
                    <a:gd name="t" fmla="*/ 0 h 234"/>
                    <a:gd name="r" fmla="*/ 87 w 87"/>
                    <a:gd name="b" fmla="*/ 234 h 234"/>
                  </a:gdLst>
                  <a:ahLst/>
                  <a:rect l="l" t="t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</p:grpSp>
          <p:sp>
            <p:nvSpPr>
              <p:cNvPr id="1048680" name="Freeform 25"/>
              <p:cNvSpPr/>
              <p:nvPr/>
            </p:nvSpPr>
            <p:spPr>
              <a:xfrm rot="0">
                <a:off x="76" y="3732"/>
                <a:ext cx="595" cy="250"/>
              </a:xfrm>
              <a:custGeom>
                <a:avLst/>
                <a:gdLst>
                  <a:gd name="l" fmla="*/ 0 w 1190"/>
                  <a:gd name="t" fmla="*/ 0 h 500"/>
                  <a:gd name="r" fmla="*/ 1190 w 1190"/>
                  <a:gd name="b" fmla="*/ 500 h 500"/>
                </a:gdLst>
                <a:ahLst/>
                <a:rect l="l" t="t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681" name="Freeform 26"/>
              <p:cNvSpPr/>
              <p:nvPr/>
            </p:nvSpPr>
            <p:spPr>
              <a:xfrm rot="0">
                <a:off x="260" y="3886"/>
                <a:ext cx="244" cy="148"/>
              </a:xfrm>
              <a:custGeom>
                <a:avLst/>
                <a:gdLst>
                  <a:gd name="l" fmla="*/ 0 w 489"/>
                  <a:gd name="t" fmla="*/ 0 h 296"/>
                  <a:gd name="r" fmla="*/ 489 w 489"/>
                  <a:gd name="b" fmla="*/ 296 h 296"/>
                </a:gdLst>
                <a:ahLst/>
                <a:rect l="l" t="t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682" name="Freeform 27"/>
              <p:cNvSpPr/>
              <p:nvPr/>
            </p:nvSpPr>
            <p:spPr>
              <a:xfrm rot="0">
                <a:off x="565" y="3680"/>
                <a:ext cx="107" cy="238"/>
              </a:xfrm>
              <a:custGeom>
                <a:avLst/>
                <a:gdLst>
                  <a:gd name="l" fmla="*/ 0 w 213"/>
                  <a:gd name="t" fmla="*/ 0 h 478"/>
                  <a:gd name="r" fmla="*/ 213 w 213"/>
                  <a:gd name="b" fmla="*/ 478 h 478"/>
                </a:gdLst>
                <a:ahLst/>
                <a:rect l="l" t="t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grpSp>
            <p:nvGrpSpPr>
              <p:cNvPr id="78" name=""/>
              <p:cNvGrpSpPr/>
              <p:nvPr/>
            </p:nvGrpSpPr>
            <p:grpSpPr>
              <a:xfrm rot="0"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48683" name="Freeform 29"/>
                <p:cNvSpPr/>
                <p:nvPr/>
              </p:nvSpPr>
              <p:spPr>
                <a:xfrm rot="0">
                  <a:off x="669" y="4048"/>
                  <a:ext cx="75" cy="87"/>
                </a:xfrm>
                <a:custGeom>
                  <a:avLst/>
                  <a:gdLst>
                    <a:gd name="l" fmla="*/ 0 w 150"/>
                    <a:gd name="t" fmla="*/ 0 h 173"/>
                    <a:gd name="r" fmla="*/ 150 w 150"/>
                    <a:gd name="b" fmla="*/ 173 h 173"/>
                  </a:gdLst>
                  <a:ahLst/>
                  <a:rect l="l" t="t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84" name="Freeform 30"/>
                <p:cNvSpPr/>
                <p:nvPr/>
              </p:nvSpPr>
              <p:spPr>
                <a:xfrm rot="0">
                  <a:off x="5" y="3728"/>
                  <a:ext cx="842" cy="440"/>
                </a:xfrm>
                <a:custGeom>
                  <a:avLst/>
                  <a:gdLst>
                    <a:gd name="l" fmla="*/ 0 w 1684"/>
                    <a:gd name="t" fmla="*/ 0 h 880"/>
                    <a:gd name="r" fmla="*/ 1684 w 1684"/>
                    <a:gd name="b" fmla="*/ 880 h 880"/>
                  </a:gdLst>
                  <a:ahLst/>
                  <a:rect l="l" t="t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85" name="Freeform 31"/>
                <p:cNvSpPr/>
                <p:nvPr/>
              </p:nvSpPr>
              <p:spPr>
                <a:xfrm rot="0">
                  <a:off x="106" y="3770"/>
                  <a:ext cx="80" cy="167"/>
                </a:xfrm>
                <a:custGeom>
                  <a:avLst/>
                  <a:gdLst>
                    <a:gd name="l" fmla="*/ 0 w 160"/>
                    <a:gd name="t" fmla="*/ 0 h 335"/>
                    <a:gd name="r" fmla="*/ 160 w 160"/>
                    <a:gd name="b" fmla="*/ 335 h 335"/>
                  </a:gdLst>
                  <a:ahLst/>
                  <a:rect l="l" t="t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86" name="Freeform 32"/>
                <p:cNvSpPr/>
                <p:nvPr/>
              </p:nvSpPr>
              <p:spPr>
                <a:xfrm rot="0">
                  <a:off x="449" y="3490"/>
                  <a:ext cx="322" cy="594"/>
                </a:xfrm>
                <a:custGeom>
                  <a:avLst/>
                  <a:gdLst>
                    <a:gd name="l" fmla="*/ 0 w 642"/>
                    <a:gd name="t" fmla="*/ 0 h 1188"/>
                    <a:gd name="r" fmla="*/ 642 w 642"/>
                    <a:gd name="b" fmla="*/ 1188 h 1188"/>
                  </a:gdLst>
                  <a:ahLst/>
                  <a:rect l="l" t="t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87" name="Freeform 33"/>
                <p:cNvSpPr/>
                <p:nvPr/>
              </p:nvSpPr>
              <p:spPr>
                <a:xfrm rot="0">
                  <a:off x="578" y="3650"/>
                  <a:ext cx="96" cy="252"/>
                </a:xfrm>
                <a:custGeom>
                  <a:avLst/>
                  <a:gdLst>
                    <a:gd name="l" fmla="*/ 0 w 192"/>
                    <a:gd name="t" fmla="*/ 0 h 504"/>
                    <a:gd name="r" fmla="*/ 192 w 192"/>
                    <a:gd name="b" fmla="*/ 504 h 504"/>
                  </a:gdLst>
                  <a:ahLst/>
                  <a:rect l="l" t="t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88" name="Freeform 34"/>
                <p:cNvSpPr/>
                <p:nvPr/>
              </p:nvSpPr>
              <p:spPr>
                <a:xfrm rot="0">
                  <a:off x="328" y="3630"/>
                  <a:ext cx="195" cy="135"/>
                </a:xfrm>
                <a:custGeom>
                  <a:avLst/>
                  <a:gdLst>
                    <a:gd name="l" fmla="*/ 0 w 390"/>
                    <a:gd name="t" fmla="*/ 0 h 269"/>
                    <a:gd name="r" fmla="*/ 390 w 390"/>
                    <a:gd name="b" fmla="*/ 269 h 269"/>
                  </a:gdLst>
                  <a:ahLst/>
                  <a:rect l="l" t="t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89" name="Freeform 35"/>
                <p:cNvSpPr/>
                <p:nvPr/>
              </p:nvSpPr>
              <p:spPr>
                <a:xfrm rot="0">
                  <a:off x="658" y="3538"/>
                  <a:ext cx="471" cy="212"/>
                </a:xfrm>
                <a:custGeom>
                  <a:avLst/>
                  <a:gdLst>
                    <a:gd name="l" fmla="*/ 0 w 941"/>
                    <a:gd name="t" fmla="*/ 0 h 424"/>
                    <a:gd name="r" fmla="*/ 941 w 941"/>
                    <a:gd name="b" fmla="*/ 424 h 424"/>
                  </a:gdLst>
                  <a:ahLst/>
                  <a:rect l="l" t="t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90" name="Freeform 36"/>
                <p:cNvSpPr/>
                <p:nvPr/>
              </p:nvSpPr>
              <p:spPr>
                <a:xfrm rot="0">
                  <a:off x="717" y="3606"/>
                  <a:ext cx="245" cy="86"/>
                </a:xfrm>
                <a:custGeom>
                  <a:avLst/>
                  <a:gdLst>
                    <a:gd name="l" fmla="*/ 0 w 488"/>
                    <a:gd name="t" fmla="*/ 0 h 173"/>
                    <a:gd name="r" fmla="*/ 488 w 488"/>
                    <a:gd name="b" fmla="*/ 173 h 173"/>
                  </a:gdLst>
                  <a:ahLst/>
                  <a:rect l="l" t="t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</p:grpSp>
        </p:grpSp>
      </p:grpSp>
      <p:grpSp>
        <p:nvGrpSpPr>
          <p:cNvPr id="79" name=""/>
          <p:cNvGrpSpPr/>
          <p:nvPr/>
        </p:nvGrpSpPr>
        <p:grpSpPr>
          <a:xfrm rot="0">
            <a:off x="8680450" y="2116137"/>
            <a:ext cx="385762" cy="4308475"/>
            <a:chOff x="5468" y="1333"/>
            <a:chExt cx="243" cy="2714"/>
          </a:xfrm>
        </p:grpSpPr>
        <p:sp>
          <p:nvSpPr>
            <p:cNvPr id="1048691" name="Freeform 38"/>
            <p:cNvSpPr/>
            <p:nvPr/>
          </p:nvSpPr>
          <p:spPr>
            <a:xfrm rot="0" flipH="1">
              <a:off x="5468" y="2620"/>
              <a:ext cx="205" cy="1427"/>
            </a:xfrm>
            <a:custGeom>
              <a:avLst/>
              <a:gdLst>
                <a:gd name="l" fmla="*/ 0 w 772"/>
                <a:gd name="t" fmla="*/ 0 h 3266"/>
                <a:gd name="r" fmla="*/ 772 w 772"/>
                <a:gd name="b" fmla="*/ 3266 h 3266"/>
              </a:gdLst>
              <a:ahLst/>
              <a:rect l="l" t="t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92" name="Freeform 39"/>
            <p:cNvSpPr/>
            <p:nvPr/>
          </p:nvSpPr>
          <p:spPr>
            <a:xfrm rot="0" flipH="1">
              <a:off x="5506" y="1333"/>
              <a:ext cx="205" cy="1633"/>
            </a:xfrm>
            <a:custGeom>
              <a:avLst/>
              <a:gdLst>
                <a:gd name="l" fmla="*/ 0 w 772"/>
                <a:gd name="t" fmla="*/ 0 h 3266"/>
                <a:gd name="r" fmla="*/ 772 w 772"/>
                <a:gd name="b" fmla="*/ 3266 h 3266"/>
              </a:gdLst>
              <a:ahLst/>
              <a:rect l="l" t="t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</p:grpSp>
      <p:grpSp>
        <p:nvGrpSpPr>
          <p:cNvPr id="80" name=""/>
          <p:cNvGrpSpPr/>
          <p:nvPr/>
        </p:nvGrpSpPr>
        <p:grpSpPr>
          <a:xfrm rot="0">
            <a:off x="7318375" y="90487"/>
            <a:ext cx="2133600" cy="1911350"/>
            <a:chOff x="4610" y="57"/>
            <a:chExt cx="1344" cy="1204"/>
          </a:xfrm>
        </p:grpSpPr>
        <p:grpSp>
          <p:nvGrpSpPr>
            <p:cNvPr id="81" name=""/>
            <p:cNvGrpSpPr/>
            <p:nvPr/>
          </p:nvGrpSpPr>
          <p:grpSpPr>
            <a:xfrm rot="0"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48693" name="Freeform 42"/>
              <p:cNvSpPr/>
              <p:nvPr/>
            </p:nvSpPr>
            <p:spPr>
              <a:xfrm rot="18427436">
                <a:off x="5430" y="1086"/>
                <a:ext cx="62" cy="288"/>
              </a:xfrm>
              <a:custGeom>
                <a:avLst/>
                <a:gdLst>
                  <a:gd name="l" fmla="*/ 0 w 245"/>
                  <a:gd name="t" fmla="*/ 0 h 806"/>
                  <a:gd name="r" fmla="*/ 245 w 245"/>
                  <a:gd name="b" fmla="*/ 806 h 806"/>
                </a:gdLst>
                <a:ahLst/>
                <a:rect l="l" t="t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grpSp>
            <p:nvGrpSpPr>
              <p:cNvPr id="82" name=""/>
              <p:cNvGrpSpPr/>
              <p:nvPr/>
            </p:nvGrpSpPr>
            <p:grpSpPr>
              <a:xfrm rot="0"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8694" name="Freeform 44"/>
                <p:cNvSpPr/>
                <p:nvPr/>
              </p:nvSpPr>
              <p:spPr>
                <a:xfrm rot="18427436">
                  <a:off x="4966" y="71"/>
                  <a:ext cx="153" cy="125"/>
                </a:xfrm>
                <a:custGeom>
                  <a:avLst/>
                  <a:gdLst>
                    <a:gd name="l" fmla="*/ 0 w 604"/>
                    <a:gd name="t" fmla="*/ 0 h 349"/>
                    <a:gd name="r" fmla="*/ 604 w 604"/>
                    <a:gd name="b" fmla="*/ 349 h 349"/>
                  </a:gdLst>
                  <a:ahLst/>
                  <a:rect l="l" t="t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95" name="Freeform 45"/>
                <p:cNvSpPr/>
                <p:nvPr/>
              </p:nvSpPr>
              <p:spPr>
                <a:xfrm rot="18427436">
                  <a:off x="5051" y="329"/>
                  <a:ext cx="269" cy="438"/>
                </a:xfrm>
                <a:custGeom>
                  <a:avLst/>
                  <a:gdLst>
                    <a:gd name="l" fmla="*/ 0 w 1064"/>
                    <a:gd name="t" fmla="*/ 0 h 1230"/>
                    <a:gd name="r" fmla="*/ 1064 w 1064"/>
                    <a:gd name="b" fmla="*/ 1230 h 1230"/>
                  </a:gdLst>
                  <a:ahLst/>
                  <a:rect l="l" t="t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96" name="Freeform 46"/>
                <p:cNvSpPr/>
                <p:nvPr/>
              </p:nvSpPr>
              <p:spPr>
                <a:xfrm rot="18427436">
                  <a:off x="4861" y="179"/>
                  <a:ext cx="505" cy="898"/>
                </a:xfrm>
                <a:custGeom>
                  <a:avLst/>
                  <a:gdLst>
                    <a:gd name="l" fmla="*/ 0 w 2002"/>
                    <a:gd name="t" fmla="*/ 0 h 2521"/>
                    <a:gd name="r" fmla="*/ 2002 w 2002"/>
                    <a:gd name="b" fmla="*/ 2521 h 2521"/>
                  </a:gdLst>
                  <a:ahLst/>
                  <a:rect l="l" t="t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97" name="Freeform 47"/>
                <p:cNvSpPr/>
                <p:nvPr/>
              </p:nvSpPr>
              <p:spPr>
                <a:xfrm rot="18427436">
                  <a:off x="4903" y="-19"/>
                  <a:ext cx="758" cy="1344"/>
                </a:xfrm>
                <a:custGeom>
                  <a:avLst/>
                  <a:gdLst>
                    <a:gd name="l" fmla="*/ 0 w 3007"/>
                    <a:gd name="t" fmla="*/ 0 h 3771"/>
                    <a:gd name="r" fmla="*/ 3007 w 3007"/>
                    <a:gd name="b" fmla="*/ 3771 h 3771"/>
                  </a:gdLst>
                  <a:ahLst/>
                  <a:rect l="l" t="t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98" name="Freeform 48"/>
                <p:cNvSpPr/>
                <p:nvPr/>
              </p:nvSpPr>
              <p:spPr>
                <a:xfrm rot="18427436">
                  <a:off x="5300" y="894"/>
                  <a:ext cx="169" cy="122"/>
                </a:xfrm>
                <a:custGeom>
                  <a:avLst/>
                  <a:gdLst>
                    <a:gd name="l" fmla="*/ 0 w 673"/>
                    <a:gd name="t" fmla="*/ 0 h 342"/>
                    <a:gd name="r" fmla="*/ 673 w 673"/>
                    <a:gd name="b" fmla="*/ 342 h 342"/>
                  </a:gdLst>
                  <a:ahLst/>
                  <a:rect l="l" t="t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99" name="Freeform 49"/>
                <p:cNvSpPr/>
                <p:nvPr/>
              </p:nvSpPr>
              <p:spPr>
                <a:xfrm rot="18427436">
                  <a:off x="5254" y="803"/>
                  <a:ext cx="181" cy="144"/>
                </a:xfrm>
                <a:custGeom>
                  <a:avLst/>
                  <a:gdLst>
                    <a:gd name="l" fmla="*/ 0 w 716"/>
                    <a:gd name="t" fmla="*/ 0 h 403"/>
                    <a:gd name="r" fmla="*/ 716 w 716"/>
                    <a:gd name="b" fmla="*/ 403 h 403"/>
                  </a:gdLst>
                  <a:ahLst/>
                  <a:rect l="l" t="t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700" name="Freeform 50"/>
                <p:cNvSpPr/>
                <p:nvPr/>
              </p:nvSpPr>
              <p:spPr>
                <a:xfrm rot="18427436">
                  <a:off x="4985" y="210"/>
                  <a:ext cx="181" cy="147"/>
                </a:xfrm>
                <a:custGeom>
                  <a:avLst/>
                  <a:gdLst>
                    <a:gd name="l" fmla="*/ 0 w 717"/>
                    <a:gd name="t" fmla="*/ 0 h 411"/>
                    <a:gd name="r" fmla="*/ 717 w 717"/>
                    <a:gd name="b" fmla="*/ 411 h 411"/>
                  </a:gdLst>
                  <a:ahLst/>
                  <a:rect l="l" t="t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701" name="Freeform 51"/>
                <p:cNvSpPr/>
                <p:nvPr/>
              </p:nvSpPr>
              <p:spPr>
                <a:xfrm rot="18427436">
                  <a:off x="4950" y="139"/>
                  <a:ext cx="179" cy="138"/>
                </a:xfrm>
                <a:custGeom>
                  <a:avLst/>
                  <a:gdLst>
                    <a:gd name="l" fmla="*/ 0 w 709"/>
                    <a:gd name="t" fmla="*/ 0 h 386"/>
                    <a:gd name="r" fmla="*/ 709 w 709"/>
                    <a:gd name="b" fmla="*/ 386 h 386"/>
                  </a:gdLst>
                  <a:ahLst/>
                  <a:rect l="l" t="t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</p:grpSp>
        </p:grpSp>
        <p:sp>
          <p:nvSpPr>
            <p:cNvPr id="1048702" name="Line 52"/>
            <p:cNvSpPr/>
            <p:nvPr/>
          </p:nvSpPr>
          <p:spPr>
            <a:xfrm rot="0">
              <a:off x="4870" y="84"/>
              <a:ext cx="42" cy="96"/>
            </a:xfrm>
            <a:prstGeom prst="line"/>
            <a:noFill/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p:spPr>
        </p:sp>
      </p:grp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1" ftr="1" hdr="0" sldNum="1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Freeform 2"/>
          <p:cNvSpPr/>
          <p:nvPr/>
        </p:nvSpPr>
        <p:spPr bwMode="blackWhite">
          <a:xfrm rot="0">
            <a:off x="20637" y="12700"/>
            <a:ext cx="8896350" cy="6780212"/>
          </a:xfrm>
          <a:custGeom>
            <a:avLst/>
            <a:gdLst>
              <a:gd name="l" fmla="*/ 0 w 3985"/>
              <a:gd name="t" fmla="*/ 0 h 3619"/>
              <a:gd name="r" fmla="*/ 3985 w 3985"/>
              <a:gd name="b" fmla="*/ 3619 h 3619"/>
            </a:gdLst>
            <a:ahLst/>
            <a:rect l="l" t="t" r="r" b="b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lnTo>
                  <a:pt x="2822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grpSp>
        <p:nvGrpSpPr>
          <p:cNvPr id="49" name=""/>
          <p:cNvGrpSpPr/>
          <p:nvPr/>
        </p:nvGrpSpPr>
        <p:grpSpPr>
          <a:xfrm rot="0">
            <a:off x="195262" y="234950"/>
            <a:ext cx="3787775" cy="1778000"/>
            <a:chOff x="123" y="148"/>
            <a:chExt cx="2386" cy="1120"/>
          </a:xfrm>
        </p:grpSpPr>
        <p:sp>
          <p:nvSpPr>
            <p:cNvPr id="1048577" name="Freeform 9"/>
            <p:cNvSpPr/>
            <p:nvPr/>
          </p:nvSpPr>
          <p:spPr>
            <a:xfrm rot="0">
              <a:off x="177" y="177"/>
              <a:ext cx="2250" cy="1017"/>
            </a:xfrm>
            <a:custGeom>
              <a:avLst/>
              <a:gdLst>
                <a:gd name="l" fmla="*/ 0 w 794"/>
                <a:gd name="t" fmla="*/ 0 h 414"/>
                <a:gd name="r" fmla="*/ 794 w 794"/>
                <a:gd name="b" fmla="*/ 414 h 414"/>
              </a:gdLst>
              <a:ahLst/>
              <a:rect l="l" t="t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578" name="Freeform 10"/>
            <p:cNvSpPr/>
            <p:nvPr/>
          </p:nvSpPr>
          <p:spPr>
            <a:xfrm rot="0">
              <a:off x="166" y="261"/>
              <a:ext cx="2244" cy="1007"/>
            </a:xfrm>
            <a:custGeom>
              <a:avLst/>
              <a:gdLst>
                <a:gd name="l" fmla="*/ 0 w 1586"/>
                <a:gd name="t" fmla="*/ 0 h 821"/>
                <a:gd name="r" fmla="*/ 1586 w 1586"/>
                <a:gd name="b" fmla="*/ 821 h 821"/>
              </a:gdLst>
              <a:ahLst/>
              <a:rect l="l" t="t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579" name="Freeform 11"/>
            <p:cNvSpPr/>
            <p:nvPr/>
          </p:nvSpPr>
          <p:spPr>
            <a:xfrm rot="0">
              <a:off x="474" y="344"/>
              <a:ext cx="1488" cy="919"/>
            </a:xfrm>
            <a:custGeom>
              <a:avLst/>
              <a:gdLst>
                <a:gd name="l" fmla="*/ 0 w 1049"/>
                <a:gd name="t" fmla="*/ 0 h 747"/>
                <a:gd name="r" fmla="*/ 1049 w 1049"/>
                <a:gd name="b" fmla="*/ 747 h 747"/>
              </a:gdLst>
              <a:ahLst/>
              <a:rect l="l" t="t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grpSp>
          <p:nvGrpSpPr>
            <p:cNvPr id="50" name=""/>
            <p:cNvGrpSpPr/>
            <p:nvPr/>
          </p:nvGrpSpPr>
          <p:grpSpPr>
            <a:xfrm rot="0"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1048580" name="Freeform 13"/>
              <p:cNvSpPr/>
              <p:nvPr/>
            </p:nvSpPr>
            <p:spPr>
              <a:xfrm rot="0">
                <a:off x="2005" y="934"/>
                <a:ext cx="212" cy="214"/>
              </a:xfrm>
              <a:custGeom>
                <a:avLst/>
                <a:gdLst>
                  <a:gd name="l" fmla="*/ 0 w 150"/>
                  <a:gd name="t" fmla="*/ 0 h 173"/>
                  <a:gd name="r" fmla="*/ 150 w 150"/>
                  <a:gd name="b" fmla="*/ 173 h 173"/>
                </a:gdLst>
                <a:ahLst/>
                <a:rect l="l" t="t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581" name="Freeform 14"/>
              <p:cNvSpPr/>
              <p:nvPr/>
            </p:nvSpPr>
            <p:spPr>
              <a:xfrm rot="0">
                <a:off x="123" y="148"/>
                <a:ext cx="2386" cy="1081"/>
              </a:xfrm>
              <a:custGeom>
                <a:avLst/>
                <a:gdLst>
                  <a:gd name="l" fmla="*/ 0 w 1684"/>
                  <a:gd name="t" fmla="*/ 0 h 880"/>
                  <a:gd name="r" fmla="*/ 1684 w 1684"/>
                  <a:gd name="b" fmla="*/ 880 h 880"/>
                </a:gdLst>
                <a:ahLst/>
                <a:rect l="l" t="t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582" name="Freeform 15"/>
              <p:cNvSpPr/>
              <p:nvPr/>
            </p:nvSpPr>
            <p:spPr>
              <a:xfrm rot="0">
                <a:off x="324" y="158"/>
                <a:ext cx="1686" cy="614"/>
              </a:xfrm>
              <a:custGeom>
                <a:avLst/>
                <a:gdLst>
                  <a:gd name="l" fmla="*/ 0 w 1190"/>
                  <a:gd name="t" fmla="*/ 0 h 500"/>
                  <a:gd name="r" fmla="*/ 1190 w 1190"/>
                  <a:gd name="b" fmla="*/ 500 h 500"/>
                </a:gdLst>
                <a:ahLst/>
                <a:rect l="l" t="t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583" name="Freeform 16"/>
              <p:cNvSpPr/>
              <p:nvPr/>
            </p:nvSpPr>
            <p:spPr>
              <a:xfrm rot="0">
                <a:off x="409" y="251"/>
                <a:ext cx="227" cy="410"/>
              </a:xfrm>
              <a:custGeom>
                <a:avLst/>
                <a:gdLst>
                  <a:gd name="l" fmla="*/ 0 w 160"/>
                  <a:gd name="t" fmla="*/ 0 h 335"/>
                  <a:gd name="r" fmla="*/ 160 w 160"/>
                  <a:gd name="b" fmla="*/ 335 h 335"/>
                </a:gdLst>
                <a:ahLst/>
                <a:rect l="l" t="t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584" name="Freeform 17"/>
              <p:cNvSpPr/>
              <p:nvPr/>
            </p:nvSpPr>
            <p:spPr>
              <a:xfrm rot="0">
                <a:off x="846" y="536"/>
                <a:ext cx="691" cy="364"/>
              </a:xfrm>
              <a:custGeom>
                <a:avLst/>
                <a:gdLst>
                  <a:gd name="l" fmla="*/ 0 w 489"/>
                  <a:gd name="t" fmla="*/ 0 h 296"/>
                  <a:gd name="r" fmla="*/ 489 w 489"/>
                  <a:gd name="b" fmla="*/ 296 h 296"/>
                </a:gdLst>
                <a:ahLst/>
                <a:rect l="l" t="t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</p:grpSp>
      </p:grpSp>
      <p:grpSp>
        <p:nvGrpSpPr>
          <p:cNvPr id="51" name=""/>
          <p:cNvGrpSpPr/>
          <p:nvPr/>
        </p:nvGrpSpPr>
        <p:grpSpPr>
          <a:xfrm rot="0">
            <a:off x="7915275" y="4368800"/>
            <a:ext cx="742950" cy="1058862"/>
            <a:chOff x="4986" y="2752"/>
            <a:chExt cx="468" cy="667"/>
          </a:xfrm>
        </p:grpSpPr>
        <p:sp>
          <p:nvSpPr>
            <p:cNvPr id="1048585" name="Freeform 19"/>
            <p:cNvSpPr/>
            <p:nvPr/>
          </p:nvSpPr>
          <p:spPr>
            <a:xfrm rot="7320403">
              <a:off x="4909" y="2936"/>
              <a:ext cx="629" cy="293"/>
            </a:xfrm>
            <a:custGeom>
              <a:avLst/>
              <a:gdLst>
                <a:gd name="l" fmla="*/ 0 w 794"/>
                <a:gd name="t" fmla="*/ 0 h 414"/>
                <a:gd name="r" fmla="*/ 794 w 794"/>
                <a:gd name="b" fmla="*/ 414 h 414"/>
              </a:gdLst>
              <a:ahLst/>
              <a:rect l="l" t="t" r="r" b="b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lnTo>
                    <a:pt x="794" y="395"/>
                  </a:lnTo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586" name="Freeform 20"/>
            <p:cNvSpPr/>
            <p:nvPr/>
          </p:nvSpPr>
          <p:spPr>
            <a:xfrm rot="7320403">
              <a:off x="4894" y="2922"/>
              <a:ext cx="627" cy="290"/>
            </a:xfrm>
            <a:custGeom>
              <a:avLst/>
              <a:gdLst>
                <a:gd name="l" fmla="*/ 0 w 1586"/>
                <a:gd name="t" fmla="*/ 0 h 821"/>
                <a:gd name="r" fmla="*/ 1586 w 1586"/>
                <a:gd name="b" fmla="*/ 821 h 821"/>
              </a:gdLst>
              <a:ahLst/>
              <a:rect l="l" t="t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587" name="Freeform 21"/>
            <p:cNvSpPr/>
            <p:nvPr/>
          </p:nvSpPr>
          <p:spPr>
            <a:xfrm rot="7320403">
              <a:off x="4999" y="2914"/>
              <a:ext cx="416" cy="265"/>
            </a:xfrm>
            <a:custGeom>
              <a:avLst/>
              <a:gdLst>
                <a:gd name="l" fmla="*/ 0 w 1049"/>
                <a:gd name="t" fmla="*/ 0 h 747"/>
                <a:gd name="r" fmla="*/ 1049 w 1049"/>
                <a:gd name="b" fmla="*/ 747 h 747"/>
              </a:gdLst>
              <a:ahLst/>
              <a:rect l="l" t="t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grpSp>
          <p:nvGrpSpPr>
            <p:cNvPr id="52" name=""/>
            <p:cNvGrpSpPr/>
            <p:nvPr/>
          </p:nvGrpSpPr>
          <p:grpSpPr>
            <a:xfrm rot="0"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1048588" name="Freeform 23"/>
              <p:cNvSpPr/>
              <p:nvPr/>
            </p:nvSpPr>
            <p:spPr>
              <a:xfrm rot="7320403">
                <a:off x="4987" y="3190"/>
                <a:ext cx="59" cy="61"/>
              </a:xfrm>
              <a:custGeom>
                <a:avLst/>
                <a:gdLst>
                  <a:gd name="l" fmla="*/ 0 w 150"/>
                  <a:gd name="t" fmla="*/ 0 h 173"/>
                  <a:gd name="r" fmla="*/ 150 w 150"/>
                  <a:gd name="b" fmla="*/ 173 h 173"/>
                </a:gdLst>
                <a:ahLst/>
                <a:rect l="l" t="t" r="r" b="b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lnTo>
                      <a:pt x="11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589" name="Freeform 24"/>
              <p:cNvSpPr/>
              <p:nvPr/>
            </p:nvSpPr>
            <p:spPr>
              <a:xfrm rot="7320403">
                <a:off x="4887" y="2930"/>
                <a:ext cx="667" cy="311"/>
              </a:xfrm>
              <a:custGeom>
                <a:avLst/>
                <a:gdLst>
                  <a:gd name="l" fmla="*/ 0 w 1684"/>
                  <a:gd name="t" fmla="*/ 0 h 880"/>
                  <a:gd name="r" fmla="*/ 1684 w 1684"/>
                  <a:gd name="b" fmla="*/ 880 h 880"/>
                </a:gdLst>
                <a:ahLst/>
                <a:rect l="l" t="t" r="r" b="b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lnTo>
                      <a:pt x="15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590" name="Freeform 25"/>
              <p:cNvSpPr/>
              <p:nvPr/>
            </p:nvSpPr>
            <p:spPr>
              <a:xfrm rot="7320403">
                <a:off x="5062" y="2997"/>
                <a:ext cx="472" cy="176"/>
              </a:xfrm>
              <a:custGeom>
                <a:avLst/>
                <a:gdLst>
                  <a:gd name="l" fmla="*/ 0 w 1190"/>
                  <a:gd name="t" fmla="*/ 0 h 500"/>
                  <a:gd name="r" fmla="*/ 1190 w 1190"/>
                  <a:gd name="b" fmla="*/ 500 h 500"/>
                </a:gdLst>
                <a:ahLst/>
                <a:rect l="l" t="t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591" name="Freeform 26"/>
              <p:cNvSpPr/>
              <p:nvPr/>
            </p:nvSpPr>
            <p:spPr>
              <a:xfrm rot="7320403">
                <a:off x="5365" y="2872"/>
                <a:ext cx="63" cy="118"/>
              </a:xfrm>
              <a:custGeom>
                <a:avLst/>
                <a:gdLst>
                  <a:gd name="l" fmla="*/ 0 w 160"/>
                  <a:gd name="t" fmla="*/ 0 h 335"/>
                  <a:gd name="r" fmla="*/ 160 w 160"/>
                  <a:gd name="b" fmla="*/ 335 h 335"/>
                </a:gdLst>
                <a:ahLst/>
                <a:rect l="l" t="t" r="r" b="b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lnTo>
                      <a:pt x="11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592" name="Freeform 27"/>
              <p:cNvSpPr/>
              <p:nvPr/>
            </p:nvSpPr>
            <p:spPr>
              <a:xfrm rot="7320403">
                <a:off x="5138" y="2999"/>
                <a:ext cx="193" cy="104"/>
              </a:xfrm>
              <a:custGeom>
                <a:avLst/>
                <a:gdLst>
                  <a:gd name="l" fmla="*/ 0 w 489"/>
                  <a:gd name="t" fmla="*/ 0 h 296"/>
                  <a:gd name="r" fmla="*/ 489 w 489"/>
                  <a:gd name="b" fmla="*/ 296 h 296"/>
                </a:gdLst>
                <a:ahLst/>
                <a:rect l="l" t="t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</p:grpSp>
      </p:grpSp>
      <p:sp>
        <p:nvSpPr>
          <p:cNvPr id="1048593" name="Freeform 28"/>
          <p:cNvSpPr/>
          <p:nvPr/>
        </p:nvSpPr>
        <p:spPr>
          <a:xfrm rot="0">
            <a:off x="901700" y="5054600"/>
            <a:ext cx="6807200" cy="728662"/>
          </a:xfrm>
          <a:custGeom>
            <a:avLst/>
            <a:gdLst>
              <a:gd name="l" fmla="*/ 0 w 4288"/>
              <a:gd name="t" fmla="*/ 0 h 459"/>
              <a:gd name="r" fmla="*/ 4288 w 4288"/>
              <a:gd name="b" fmla="*/ 459 h 459"/>
            </a:gdLst>
            <a:ahLst/>
            <a:rect l="l" t="t" r="r" b="b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sp>
        <p:nvSpPr>
          <p:cNvPr id="1048594" name="Freeform 29"/>
          <p:cNvSpPr/>
          <p:nvPr/>
        </p:nvSpPr>
        <p:spPr>
          <a:xfrm rot="0">
            <a:off x="4076700" y="1930400"/>
            <a:ext cx="889000" cy="381000"/>
          </a:xfrm>
          <a:custGeom>
            <a:avLst/>
            <a:gdLst>
              <a:gd name="l" fmla="*/ 0 w 560"/>
              <a:gd name="t" fmla="*/ 0 h 240"/>
              <a:gd name="r" fmla="*/ 560 w 560"/>
              <a:gd name="b" fmla="*/ 240 h 240"/>
            </a:gdLst>
            <a:ahLst/>
            <a:rect l="l" t="t" r="r" b="b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lt2">
                <a:alpha val="100000"/>
              </a:schemeClr>
            </a:solidFill>
            <a:prstDash val="solid"/>
            <a:round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sp>
        <p:nvSpPr>
          <p:cNvPr id="1048595" name="Rectangle 3"/>
          <p:cNvSpPr/>
          <p:nvPr>
            <p:ph type="title" sz="full" idx="0"/>
          </p:nvPr>
        </p:nvSpPr>
        <p:spPr>
          <a:xfrm rot="0">
            <a:off x="685800" y="152400"/>
            <a:ext cx="6870700" cy="1600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r>
              <a:rPr altLang="en-US" lang="tr-TR"/>
              <a:t>Click to edit Master title style</a:t>
            </a:r>
          </a:p>
        </p:txBody>
      </p:sp>
      <p:sp>
        <p:nvSpPr>
          <p:cNvPr id="1048596" name="Rectangle 4"/>
          <p:cNvSpPr/>
          <p:nvPr>
            <p:ph type="body" sz="full" idx="1"/>
          </p:nvPr>
        </p:nvSpPr>
        <p:spPr>
          <a:xfrm rot="0">
            <a:off x="685800" y="1828800"/>
            <a:ext cx="7696200" cy="3657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tr-TR"/>
              <a:t>Click to edit Master text styles</a:t>
            </a:r>
          </a:p>
          <a:p>
            <a:pPr lvl="1"/>
            <a:r>
              <a:rPr altLang="en-US" lang="tr-TR"/>
              <a:t>Second level</a:t>
            </a:r>
          </a:p>
          <a:p>
            <a:pPr lvl="2"/>
            <a:r>
              <a:rPr altLang="en-US" lang="tr-TR"/>
              <a:t>Third level</a:t>
            </a:r>
          </a:p>
          <a:p>
            <a:pPr lvl="3"/>
            <a:r>
              <a:rPr altLang="en-US" lang="tr-TR"/>
              <a:t>Fourth level</a:t>
            </a:r>
          </a:p>
          <a:p>
            <a:pPr lvl="4"/>
            <a:r>
              <a:rPr altLang="en-US" lang="tr-TR"/>
              <a:t>Fifth level</a:t>
            </a:r>
          </a:p>
        </p:txBody>
      </p:sp>
      <p:sp>
        <p:nvSpPr>
          <p:cNvPr id="1048597" name="Rectangle 5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598" name="Rectangle 6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599" name="Rectangle 7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1" ftr="1" hdr="0" sldNum="1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5pPr>
      <a:lvl6pPr algn="ctr" eaLnBrk="0" fontAlgn="base" hangingPunct="0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6pPr>
      <a:lvl7pPr algn="ctr" eaLnBrk="0" fontAlgn="base" hangingPunct="0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7pPr>
      <a:lvl8pPr algn="ctr" eaLnBrk="0" fontAlgn="base" hangingPunct="0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8pPr>
      <a:lvl9pPr algn="ctr" eaLnBrk="0" fontAlgn="base" hangingPunct="0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algn="l" eaLnBrk="0" fontAlgn="base" hangingPunct="0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algn="l" eaLnBrk="0" fontAlgn="base" hangingPunct="0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algn="l" eaLnBrk="0" fontAlgn="base" hangingPunct="0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algn="l" eaLnBrk="0" fontAlgn="base" hangingPunct="0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6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7" name="Freeform 2"/>
          <p:cNvSpPr/>
          <p:nvPr/>
        </p:nvSpPr>
        <p:spPr>
          <a:xfrm rot="18427436">
            <a:off x="7777955" y="-15081"/>
            <a:ext cx="1162050" cy="2084387"/>
          </a:xfrm>
          <a:custGeom>
            <a:avLst/>
            <a:gdLst>
              <a:gd name="l" fmla="*/ 0 w 2903"/>
              <a:gd name="t" fmla="*/ 0 h 3686"/>
              <a:gd name="r" fmla="*/ 2903 w 2903"/>
              <a:gd name="b" fmla="*/ 3686 h 3686"/>
            </a:gdLst>
            <a:ahLst/>
            <a:rect l="l" t="t" r="r" b="b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lnTo>
                  <a:pt x="2903" y="433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sp>
        <p:nvSpPr>
          <p:cNvPr id="1048608" name="Rectangle 3"/>
          <p:cNvSpPr/>
          <p:nvPr>
            <p:ph type="title" sz="full" idx="0"/>
          </p:nvPr>
        </p:nvSpPr>
        <p:spPr>
          <a:xfrm rot="0">
            <a:off x="685800" y="152400"/>
            <a:ext cx="6870700" cy="1600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r>
              <a:rPr altLang="en-US" lang="tr-TR"/>
              <a:t>Click to edit Master title style</a:t>
            </a:r>
          </a:p>
        </p:txBody>
      </p:sp>
      <p:sp>
        <p:nvSpPr>
          <p:cNvPr id="1048609" name="Rectangle 4"/>
          <p:cNvSpPr/>
          <p:nvPr>
            <p:ph type="body" sz="full" idx="1"/>
          </p:nvPr>
        </p:nvSpPr>
        <p:spPr>
          <a:xfrm rot="0">
            <a:off x="685800" y="1828800"/>
            <a:ext cx="7696200" cy="3657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tr-TR"/>
              <a:t>Click to edit Master text styles</a:t>
            </a:r>
          </a:p>
          <a:p>
            <a:pPr lvl="1"/>
            <a:r>
              <a:rPr altLang="en-US" lang="tr-TR"/>
              <a:t>Second level</a:t>
            </a:r>
          </a:p>
          <a:p>
            <a:pPr lvl="2"/>
            <a:r>
              <a:rPr altLang="en-US" lang="tr-TR"/>
              <a:t>Third level</a:t>
            </a:r>
          </a:p>
          <a:p>
            <a:pPr lvl="3"/>
            <a:r>
              <a:rPr altLang="en-US" lang="tr-TR"/>
              <a:t>Fourth level</a:t>
            </a:r>
          </a:p>
          <a:p>
            <a:pPr lvl="4"/>
            <a:r>
              <a:rPr altLang="en-US" lang="tr-TR"/>
              <a:t>Fifth level</a:t>
            </a:r>
          </a:p>
        </p:txBody>
      </p:sp>
      <p:sp>
        <p:nvSpPr>
          <p:cNvPr id="1048610" name="Rectangle 5"/>
          <p:cNvSpPr/>
          <p:nvPr>
            <p:ph type="dt" sz="half" idx="2"/>
          </p:nvPr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</a:fld>
            <a:endParaRPr altLang="en-US" sz="1400" lang="tr-TR"/>
          </a:p>
        </p:txBody>
      </p:sp>
      <p:sp>
        <p:nvSpPr>
          <p:cNvPr id="1048611" name="Rectangle 6"/>
          <p:cNvSpPr/>
          <p:nvPr>
            <p:ph type="ftr" sz="quarter" idx="3"/>
          </p:nvPr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endParaRPr altLang="en-US" sz="1400" lang="tr-TR"/>
          </a:p>
        </p:txBody>
      </p:sp>
      <p:sp>
        <p:nvSpPr>
          <p:cNvPr id="1048612" name="Rectangle 7"/>
          <p:cNvSpPr/>
          <p:nvPr>
            <p:ph type="sldNum" sz="quarter" idx="4"/>
          </p:nvPr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</a:fld>
            <a:endParaRPr altLang="en-US" sz="1400" lang="tr-TR"/>
          </a:p>
        </p:txBody>
      </p:sp>
      <p:sp>
        <p:nvSpPr>
          <p:cNvPr id="1048613" name="Freeform 8"/>
          <p:cNvSpPr/>
          <p:nvPr/>
        </p:nvSpPr>
        <p:spPr>
          <a:xfrm rot="18427436">
            <a:off x="7865268" y="24606"/>
            <a:ext cx="1165225" cy="2097087"/>
          </a:xfrm>
          <a:custGeom>
            <a:avLst/>
            <a:gdLst>
              <a:gd name="l" fmla="*/ 0 w 2911"/>
              <a:gd name="t" fmla="*/ 0 h 3703"/>
              <a:gd name="r" fmla="*/ 2911 w 2911"/>
              <a:gd name="b" fmla="*/ 3703 h 3703"/>
            </a:gdLst>
            <a:ahLst/>
            <a:rect l="l" t="t" r="r" b="b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lnTo>
                  <a:pt x="2293" y="0"/>
                </a:lnTo>
              </a:path>
            </a:pathLst>
          </a:custGeom>
          <a:solidFill>
            <a:schemeClr val="folHlink"/>
          </a:solidFill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sp>
        <p:nvSpPr>
          <p:cNvPr id="1048614" name="Freeform 9"/>
          <p:cNvSpPr/>
          <p:nvPr/>
        </p:nvSpPr>
        <p:spPr>
          <a:xfrm rot="18427436">
            <a:off x="7831137" y="192087"/>
            <a:ext cx="1025525" cy="1571625"/>
          </a:xfrm>
          <a:custGeom>
            <a:avLst/>
            <a:gdLst>
              <a:gd name="l" fmla="*/ 0 w 2561"/>
              <a:gd name="t" fmla="*/ 0 h 2777"/>
              <a:gd name="r" fmla="*/ 2561 w 2561"/>
              <a:gd name="b" fmla="*/ 2777 h 2777"/>
            </a:gdLst>
            <a:ahLst/>
            <a:rect l="l" t="t" r="r" b="b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lnTo>
                  <a:pt x="0" y="2485"/>
                </a:ln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endParaRPr altLang="en-US" lang="tr-TR"/>
          </a:p>
        </p:txBody>
      </p:sp>
      <p:grpSp>
        <p:nvGrpSpPr>
          <p:cNvPr id="62" name=""/>
          <p:cNvGrpSpPr/>
          <p:nvPr/>
        </p:nvGrpSpPr>
        <p:grpSpPr>
          <a:xfrm rot="0">
            <a:off x="7937" y="5540375"/>
            <a:ext cx="1784350" cy="1246187"/>
            <a:chOff x="5" y="3490"/>
            <a:chExt cx="1124" cy="785"/>
          </a:xfrm>
        </p:grpSpPr>
        <p:sp>
          <p:nvSpPr>
            <p:cNvPr id="1048615" name="Freeform 11"/>
            <p:cNvSpPr/>
            <p:nvPr/>
          </p:nvSpPr>
          <p:spPr>
            <a:xfrm rot="0">
              <a:off x="24" y="3505"/>
              <a:ext cx="1089" cy="649"/>
            </a:xfrm>
            <a:custGeom>
              <a:avLst/>
              <a:gdLst>
                <a:gd name="l" fmla="*/ 0 w 2177"/>
                <a:gd name="t" fmla="*/ 0 h 1298"/>
                <a:gd name="r" fmla="*/ 2177 w 2177"/>
                <a:gd name="b" fmla="*/ 1298 h 1298"/>
              </a:gdLst>
              <a:ahLst/>
              <a:rect l="l" t="t" r="r" b="b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lnTo>
                    <a:pt x="1587" y="1260"/>
                  </a:lnTo>
                </a:path>
              </a:pathLst>
            </a:custGeom>
            <a:solidFill>
              <a:srgbClr val="F8F8F8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16" name="Freeform 12"/>
            <p:cNvSpPr/>
            <p:nvPr/>
          </p:nvSpPr>
          <p:spPr>
            <a:xfrm rot="0">
              <a:off x="1022" y="3582"/>
              <a:ext cx="71" cy="129"/>
            </a:xfrm>
            <a:custGeom>
              <a:avLst/>
              <a:gdLst>
                <a:gd name="l" fmla="*/ 0 w 143"/>
                <a:gd name="t" fmla="*/ 0 h 258"/>
                <a:gd name="r" fmla="*/ 143 w 143"/>
                <a:gd name="b" fmla="*/ 258 h 258"/>
              </a:gdLst>
              <a:ahLst/>
              <a:rect l="l" t="t" r="r" b="b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lnTo>
                    <a:pt x="0" y="7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17" name="Freeform 13"/>
            <p:cNvSpPr/>
            <p:nvPr/>
          </p:nvSpPr>
          <p:spPr>
            <a:xfrm rot="0">
              <a:off x="20" y="3774"/>
              <a:ext cx="792" cy="410"/>
            </a:xfrm>
            <a:custGeom>
              <a:avLst/>
              <a:gdLst>
                <a:gd name="l" fmla="*/ 0 w 1586"/>
                <a:gd name="t" fmla="*/ 0 h 821"/>
                <a:gd name="r" fmla="*/ 1586 w 1586"/>
                <a:gd name="b" fmla="*/ 821 h 821"/>
              </a:gdLst>
              <a:ahLst/>
              <a:rect l="l" t="t" r="r" b="b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lnTo>
                    <a:pt x="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18" name="Freeform 14"/>
            <p:cNvSpPr/>
            <p:nvPr/>
          </p:nvSpPr>
          <p:spPr>
            <a:xfrm rot="0">
              <a:off x="129" y="3808"/>
              <a:ext cx="525" cy="374"/>
            </a:xfrm>
            <a:custGeom>
              <a:avLst/>
              <a:gdLst>
                <a:gd name="l" fmla="*/ 0 w 1049"/>
                <a:gd name="t" fmla="*/ 0 h 747"/>
                <a:gd name="r" fmla="*/ 1049 w 1049"/>
                <a:gd name="b" fmla="*/ 747 h 747"/>
              </a:gdLst>
              <a:ahLst/>
              <a:rect l="l" t="t" r="r" b="b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lnTo>
                    <a:pt x="0" y="32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19" name="Freeform 15"/>
            <p:cNvSpPr/>
            <p:nvPr/>
          </p:nvSpPr>
          <p:spPr>
            <a:xfrm rot="0">
              <a:off x="485" y="3532"/>
              <a:ext cx="135" cy="121"/>
            </a:xfrm>
            <a:custGeom>
              <a:avLst/>
              <a:gdLst>
                <a:gd name="l" fmla="*/ 0 w 272"/>
                <a:gd name="t" fmla="*/ 0 h 241"/>
                <a:gd name="r" fmla="*/ 272 w 272"/>
                <a:gd name="b" fmla="*/ 241 h 241"/>
              </a:gdLst>
              <a:ahLst/>
              <a:rect l="l" t="t" r="r" b="b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lnTo>
                    <a:pt x="0" y="28"/>
                  </a:lnTo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20" name="Freeform 16"/>
            <p:cNvSpPr/>
            <p:nvPr/>
          </p:nvSpPr>
          <p:spPr>
            <a:xfrm rot="0">
              <a:off x="641" y="4163"/>
              <a:ext cx="76" cy="112"/>
            </a:xfrm>
            <a:custGeom>
              <a:avLst/>
              <a:gdLst>
                <a:gd name="l" fmla="*/ 0 w 152"/>
                <a:gd name="t" fmla="*/ 0 h 224"/>
                <a:gd name="r" fmla="*/ 152 w 152"/>
                <a:gd name="b" fmla="*/ 224 h 224"/>
              </a:gdLst>
              <a:ahLst/>
              <a:rect l="l" t="t" r="r" b="b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lnTo>
                    <a:pt x="152" y="4"/>
                  </a:lnTo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21" name="Freeform 17"/>
            <p:cNvSpPr/>
            <p:nvPr/>
          </p:nvSpPr>
          <p:spPr>
            <a:xfrm rot="0">
              <a:off x="504" y="3607"/>
              <a:ext cx="193" cy="383"/>
            </a:xfrm>
            <a:custGeom>
              <a:avLst/>
              <a:gdLst>
                <a:gd name="l" fmla="*/ 0 w 386"/>
                <a:gd name="t" fmla="*/ 0 h 764"/>
                <a:gd name="r" fmla="*/ 386 w 386"/>
                <a:gd name="b" fmla="*/ 764 h 764"/>
              </a:gdLst>
              <a:ahLst/>
              <a:rect l="l" t="t" r="r" b="b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lnTo>
                    <a:pt x="0" y="8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22" name="Freeform 18"/>
            <p:cNvSpPr/>
            <p:nvPr/>
          </p:nvSpPr>
          <p:spPr>
            <a:xfrm rot="0">
              <a:off x="668" y="3590"/>
              <a:ext cx="364" cy="174"/>
            </a:xfrm>
            <a:custGeom>
              <a:avLst/>
              <a:gdLst>
                <a:gd name="l" fmla="*/ 0 w 728"/>
                <a:gd name="t" fmla="*/ 0 h 348"/>
                <a:gd name="r" fmla="*/ 728 w 728"/>
                <a:gd name="b" fmla="*/ 348 h 348"/>
              </a:gdLst>
              <a:ahLst/>
              <a:rect l="l" t="t" r="r" b="b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lnTo>
                    <a:pt x="69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23" name="Freeform 19"/>
            <p:cNvSpPr/>
            <p:nvPr/>
          </p:nvSpPr>
          <p:spPr>
            <a:xfrm rot="0">
              <a:off x="347" y="3693"/>
              <a:ext cx="156" cy="67"/>
            </a:xfrm>
            <a:custGeom>
              <a:avLst/>
              <a:gdLst>
                <a:gd name="l" fmla="*/ 0 w 312"/>
                <a:gd name="t" fmla="*/ 0 h 135"/>
                <a:gd name="r" fmla="*/ 312 w 312"/>
                <a:gd name="b" fmla="*/ 135 h 135"/>
              </a:gdLst>
              <a:ahLst/>
              <a:rect l="l" t="t" r="r" b="b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lnTo>
                    <a:pt x="2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grpSp>
          <p:nvGrpSpPr>
            <p:cNvPr id="63" name=""/>
            <p:cNvGrpSpPr/>
            <p:nvPr/>
          </p:nvGrpSpPr>
          <p:grpSpPr>
            <a:xfrm rot="0"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64" name=""/>
              <p:cNvGrpSpPr/>
              <p:nvPr/>
            </p:nvGrpSpPr>
            <p:grpSpPr>
              <a:xfrm rot="0"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48624" name="Freeform 22"/>
                <p:cNvSpPr/>
                <p:nvPr/>
              </p:nvSpPr>
              <p:spPr>
                <a:xfrm rot="0">
                  <a:off x="499" y="3587"/>
                  <a:ext cx="157" cy="87"/>
                </a:xfrm>
                <a:custGeom>
                  <a:avLst/>
                  <a:gdLst>
                    <a:gd name="l" fmla="*/ 0 w 313"/>
                    <a:gd name="t" fmla="*/ 0 h 175"/>
                    <a:gd name="r" fmla="*/ 313 w 313"/>
                    <a:gd name="b" fmla="*/ 175 h 175"/>
                  </a:gdLst>
                  <a:ahLst/>
                  <a:rect l="l" t="t" r="r" b="b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lnTo>
                        <a:pt x="0" y="107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25" name="Freeform 23"/>
                <p:cNvSpPr/>
                <p:nvPr/>
              </p:nvSpPr>
              <p:spPr>
                <a:xfrm rot="0">
                  <a:off x="636" y="4137"/>
                  <a:ext cx="115" cy="133"/>
                </a:xfrm>
                <a:custGeom>
                  <a:avLst/>
                  <a:gdLst>
                    <a:gd name="l" fmla="*/ 0 w 230"/>
                    <a:gd name="t" fmla="*/ 0 h 266"/>
                    <a:gd name="r" fmla="*/ 230 w 230"/>
                    <a:gd name="b" fmla="*/ 266 h 266"/>
                  </a:gdLst>
                  <a:ahLst/>
                  <a:rect l="l" t="t" r="r" b="b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26" name="Freeform 24"/>
                <p:cNvSpPr/>
                <p:nvPr/>
              </p:nvSpPr>
              <p:spPr>
                <a:xfrm rot="0">
                  <a:off x="1004" y="3562"/>
                  <a:ext cx="43" cy="117"/>
                </a:xfrm>
                <a:custGeom>
                  <a:avLst/>
                  <a:gdLst>
                    <a:gd name="l" fmla="*/ 0 w 87"/>
                    <a:gd name="t" fmla="*/ 0 h 234"/>
                    <a:gd name="r" fmla="*/ 87 w 87"/>
                    <a:gd name="b" fmla="*/ 234 h 234"/>
                  </a:gdLst>
                  <a:ahLst/>
                  <a:rect l="l" t="t" r="r" b="b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</p:grpSp>
          <p:sp>
            <p:nvSpPr>
              <p:cNvPr id="1048627" name="Freeform 25"/>
              <p:cNvSpPr/>
              <p:nvPr/>
            </p:nvSpPr>
            <p:spPr>
              <a:xfrm rot="0">
                <a:off x="76" y="3732"/>
                <a:ext cx="595" cy="250"/>
              </a:xfrm>
              <a:custGeom>
                <a:avLst/>
                <a:gdLst>
                  <a:gd name="l" fmla="*/ 0 w 1190"/>
                  <a:gd name="t" fmla="*/ 0 h 500"/>
                  <a:gd name="r" fmla="*/ 1190 w 1190"/>
                  <a:gd name="b" fmla="*/ 500 h 500"/>
                </a:gdLst>
                <a:ahLst/>
                <a:rect l="l" t="t" r="r" b="b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lnTo>
                      <a:pt x="100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628" name="Freeform 26"/>
              <p:cNvSpPr/>
              <p:nvPr/>
            </p:nvSpPr>
            <p:spPr>
              <a:xfrm rot="0">
                <a:off x="260" y="3886"/>
                <a:ext cx="244" cy="148"/>
              </a:xfrm>
              <a:custGeom>
                <a:avLst/>
                <a:gdLst>
                  <a:gd name="l" fmla="*/ 0 w 489"/>
                  <a:gd name="t" fmla="*/ 0 h 296"/>
                  <a:gd name="r" fmla="*/ 489 w 489"/>
                  <a:gd name="b" fmla="*/ 296 h 296"/>
                </a:gdLst>
                <a:ahLst/>
                <a:rect l="l" t="t" r="r" b="b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lnTo>
                      <a:pt x="14" y="34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sp>
            <p:nvSpPr>
              <p:cNvPr id="1048629" name="Freeform 27"/>
              <p:cNvSpPr/>
              <p:nvPr/>
            </p:nvSpPr>
            <p:spPr>
              <a:xfrm rot="0">
                <a:off x="565" y="3680"/>
                <a:ext cx="107" cy="238"/>
              </a:xfrm>
              <a:custGeom>
                <a:avLst/>
                <a:gdLst>
                  <a:gd name="l" fmla="*/ 0 w 213"/>
                  <a:gd name="t" fmla="*/ 0 h 478"/>
                  <a:gd name="r" fmla="*/ 213 w 213"/>
                  <a:gd name="b" fmla="*/ 478 h 478"/>
                </a:gdLst>
                <a:ahLst/>
                <a:rect l="l" t="t" r="r" b="b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lnTo>
                      <a:pt x="24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grpSp>
            <p:nvGrpSpPr>
              <p:cNvPr id="65" name=""/>
              <p:cNvGrpSpPr/>
              <p:nvPr/>
            </p:nvGrpSpPr>
            <p:grpSpPr>
              <a:xfrm rot="0"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48630" name="Freeform 29"/>
                <p:cNvSpPr/>
                <p:nvPr/>
              </p:nvSpPr>
              <p:spPr>
                <a:xfrm rot="0">
                  <a:off x="669" y="4048"/>
                  <a:ext cx="75" cy="87"/>
                </a:xfrm>
                <a:custGeom>
                  <a:avLst/>
                  <a:gdLst>
                    <a:gd name="l" fmla="*/ 0 w 150"/>
                    <a:gd name="t" fmla="*/ 0 h 173"/>
                    <a:gd name="r" fmla="*/ 150 w 150"/>
                    <a:gd name="b" fmla="*/ 173 h 173"/>
                  </a:gdLst>
                  <a:ahLst/>
                  <a:rect l="l" t="t" r="r" b="b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lnTo>
                        <a:pt x="110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31" name="Freeform 30"/>
                <p:cNvSpPr/>
                <p:nvPr/>
              </p:nvSpPr>
              <p:spPr>
                <a:xfrm rot="0">
                  <a:off x="5" y="3728"/>
                  <a:ext cx="842" cy="440"/>
                </a:xfrm>
                <a:custGeom>
                  <a:avLst/>
                  <a:gdLst>
                    <a:gd name="l" fmla="*/ 0 w 1684"/>
                    <a:gd name="t" fmla="*/ 0 h 880"/>
                    <a:gd name="r" fmla="*/ 1684 w 1684"/>
                    <a:gd name="b" fmla="*/ 880 h 880"/>
                  </a:gdLst>
                  <a:ahLst/>
                  <a:rect l="l" t="t" r="r" b="b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lnTo>
                        <a:pt x="156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32" name="Freeform 31"/>
                <p:cNvSpPr/>
                <p:nvPr/>
              </p:nvSpPr>
              <p:spPr>
                <a:xfrm rot="0">
                  <a:off x="106" y="3770"/>
                  <a:ext cx="80" cy="167"/>
                </a:xfrm>
                <a:custGeom>
                  <a:avLst/>
                  <a:gdLst>
                    <a:gd name="l" fmla="*/ 0 w 160"/>
                    <a:gd name="t" fmla="*/ 0 h 335"/>
                    <a:gd name="r" fmla="*/ 160 w 160"/>
                    <a:gd name="b" fmla="*/ 335 h 335"/>
                  </a:gdLst>
                  <a:ahLst/>
                  <a:rect l="l" t="t" r="r" b="b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lnTo>
                        <a:pt x="116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33" name="Freeform 32"/>
                <p:cNvSpPr/>
                <p:nvPr/>
              </p:nvSpPr>
              <p:spPr>
                <a:xfrm rot="0">
                  <a:off x="449" y="3490"/>
                  <a:ext cx="322" cy="594"/>
                </a:xfrm>
                <a:custGeom>
                  <a:avLst/>
                  <a:gdLst>
                    <a:gd name="l" fmla="*/ 0 w 642"/>
                    <a:gd name="t" fmla="*/ 0 h 1188"/>
                    <a:gd name="r" fmla="*/ 642 w 642"/>
                    <a:gd name="b" fmla="*/ 1188 h 1188"/>
                  </a:gdLst>
                  <a:ahLst/>
                  <a:rect l="l" t="t" r="r" b="b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lnTo>
                        <a:pt x="218" y="896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34" name="Freeform 33"/>
                <p:cNvSpPr/>
                <p:nvPr/>
              </p:nvSpPr>
              <p:spPr>
                <a:xfrm rot="0">
                  <a:off x="578" y="3650"/>
                  <a:ext cx="96" cy="252"/>
                </a:xfrm>
                <a:custGeom>
                  <a:avLst/>
                  <a:gdLst>
                    <a:gd name="l" fmla="*/ 0 w 192"/>
                    <a:gd name="t" fmla="*/ 0 h 504"/>
                    <a:gd name="r" fmla="*/ 192 w 192"/>
                    <a:gd name="b" fmla="*/ 504 h 504"/>
                  </a:gdLst>
                  <a:ahLst/>
                  <a:rect l="l" t="t" r="r" b="b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35" name="Freeform 34"/>
                <p:cNvSpPr/>
                <p:nvPr/>
              </p:nvSpPr>
              <p:spPr>
                <a:xfrm rot="0">
                  <a:off x="328" y="3630"/>
                  <a:ext cx="195" cy="135"/>
                </a:xfrm>
                <a:custGeom>
                  <a:avLst/>
                  <a:gdLst>
                    <a:gd name="l" fmla="*/ 0 w 390"/>
                    <a:gd name="t" fmla="*/ 0 h 269"/>
                    <a:gd name="r" fmla="*/ 390 w 390"/>
                    <a:gd name="b" fmla="*/ 269 h 269"/>
                  </a:gdLst>
                  <a:ahLst/>
                  <a:rect l="l" t="t" r="r" b="b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lnTo>
                        <a:pt x="297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36" name="Freeform 35"/>
                <p:cNvSpPr/>
                <p:nvPr/>
              </p:nvSpPr>
              <p:spPr>
                <a:xfrm rot="0">
                  <a:off x="658" y="3538"/>
                  <a:ext cx="471" cy="212"/>
                </a:xfrm>
                <a:custGeom>
                  <a:avLst/>
                  <a:gdLst>
                    <a:gd name="l" fmla="*/ 0 w 941"/>
                    <a:gd name="t" fmla="*/ 0 h 424"/>
                    <a:gd name="r" fmla="*/ 941 w 941"/>
                    <a:gd name="b" fmla="*/ 424 h 424"/>
                  </a:gdLst>
                  <a:ahLst/>
                  <a:rect l="l" t="t" r="r" b="b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lnTo>
                        <a:pt x="0" y="131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37" name="Freeform 36"/>
                <p:cNvSpPr/>
                <p:nvPr/>
              </p:nvSpPr>
              <p:spPr>
                <a:xfrm rot="0">
                  <a:off x="717" y="3606"/>
                  <a:ext cx="245" cy="86"/>
                </a:xfrm>
                <a:custGeom>
                  <a:avLst/>
                  <a:gdLst>
                    <a:gd name="l" fmla="*/ 0 w 488"/>
                    <a:gd name="t" fmla="*/ 0 h 173"/>
                    <a:gd name="r" fmla="*/ 488 w 488"/>
                    <a:gd name="b" fmla="*/ 173 h 173"/>
                  </a:gdLst>
                  <a:ahLst/>
                  <a:rect l="l" t="t" r="r" b="b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lnTo>
                        <a:pt x="0" y="126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</p:grpSp>
        </p:grpSp>
      </p:grpSp>
      <p:grpSp>
        <p:nvGrpSpPr>
          <p:cNvPr id="66" name=""/>
          <p:cNvGrpSpPr/>
          <p:nvPr/>
        </p:nvGrpSpPr>
        <p:grpSpPr>
          <a:xfrm rot="0">
            <a:off x="8680450" y="2116137"/>
            <a:ext cx="385762" cy="4308475"/>
            <a:chOff x="5468" y="1333"/>
            <a:chExt cx="243" cy="2714"/>
          </a:xfrm>
        </p:grpSpPr>
        <p:sp>
          <p:nvSpPr>
            <p:cNvPr id="1048638" name="Freeform 38"/>
            <p:cNvSpPr/>
            <p:nvPr/>
          </p:nvSpPr>
          <p:spPr>
            <a:xfrm rot="0" flipH="1">
              <a:off x="5468" y="2620"/>
              <a:ext cx="205" cy="1427"/>
            </a:xfrm>
            <a:custGeom>
              <a:avLst/>
              <a:gdLst>
                <a:gd name="l" fmla="*/ 0 w 772"/>
                <a:gd name="t" fmla="*/ 0 h 3266"/>
                <a:gd name="r" fmla="*/ 772 w 772"/>
                <a:gd name="b" fmla="*/ 3266 h 3266"/>
              </a:gdLst>
              <a:ahLst/>
              <a:rect l="l" t="t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  <p:sp>
          <p:nvSpPr>
            <p:cNvPr id="1048639" name="Freeform 39"/>
            <p:cNvSpPr/>
            <p:nvPr/>
          </p:nvSpPr>
          <p:spPr>
            <a:xfrm rot="0" flipH="1">
              <a:off x="5506" y="1333"/>
              <a:ext cx="205" cy="1633"/>
            </a:xfrm>
            <a:custGeom>
              <a:avLst/>
              <a:gdLst>
                <a:gd name="l" fmla="*/ 0 w 772"/>
                <a:gd name="t" fmla="*/ 0 h 3266"/>
                <a:gd name="r" fmla="*/ 772 w 772"/>
                <a:gd name="b" fmla="*/ 3266 h 3266"/>
              </a:gdLst>
              <a:ahLst/>
              <a:rect l="l" t="t" r="r" b="b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lnTo>
                    <a:pt x="692" y="3156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</p:spPr>
          <p:txBody>
            <a:bodyPr anchor="t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Comic Sans MS" pitchFamily="66" charset="0"/>
                  <a:sym typeface="Comic Sans MS" pitchFamily="66" charset="0"/>
                </a:defRPr>
              </a:lvl5pPr>
            </a:lstStyle>
            <a:p>
              <a:pPr eaLnBrk="1" hangingPunct="1" lvl="0"/>
              <a:endParaRPr altLang="en-US" lang="tr-TR"/>
            </a:p>
          </p:txBody>
        </p:sp>
      </p:grpSp>
      <p:grpSp>
        <p:nvGrpSpPr>
          <p:cNvPr id="67" name=""/>
          <p:cNvGrpSpPr/>
          <p:nvPr/>
        </p:nvGrpSpPr>
        <p:grpSpPr>
          <a:xfrm rot="0">
            <a:off x="7318375" y="90487"/>
            <a:ext cx="2133600" cy="1911350"/>
            <a:chOff x="4610" y="57"/>
            <a:chExt cx="1344" cy="1204"/>
          </a:xfrm>
        </p:grpSpPr>
        <p:grpSp>
          <p:nvGrpSpPr>
            <p:cNvPr id="68" name=""/>
            <p:cNvGrpSpPr/>
            <p:nvPr/>
          </p:nvGrpSpPr>
          <p:grpSpPr>
            <a:xfrm rot="0"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48640" name="Freeform 42"/>
              <p:cNvSpPr/>
              <p:nvPr/>
            </p:nvSpPr>
            <p:spPr>
              <a:xfrm rot="18427436">
                <a:off x="5430" y="1086"/>
                <a:ext cx="62" cy="288"/>
              </a:xfrm>
              <a:custGeom>
                <a:avLst/>
                <a:gdLst>
                  <a:gd name="l" fmla="*/ 0 w 245"/>
                  <a:gd name="t" fmla="*/ 0 h 806"/>
                  <a:gd name="r" fmla="*/ 245 w 245"/>
                  <a:gd name="b" fmla="*/ 806 h 806"/>
                </a:gdLst>
                <a:ahLst/>
                <a:rect l="l" t="t" r="r" b="b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lnTo>
                      <a:pt x="123" y="9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t" bIns="45720" lIns="91440" rIns="91440" tIns="45720" vert="horz"/>
              <a:lstStyle>
                <a:lvl1pPr algn="l" eaLnBrk="1" fontAlgn="base" hangingPunct="1" indent="0" latinLnBrk="0" marL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1pPr>
                <a:lvl2pPr algn="l" eaLnBrk="1" fontAlgn="base" hangingPunct="1" indent="0" latinLnBrk="0" marL="4572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2pPr>
                <a:lvl3pPr algn="l" eaLnBrk="1" fontAlgn="base" hangingPunct="1" indent="0" latinLnBrk="0" marL="9144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3pPr>
                <a:lvl4pPr algn="l" eaLnBrk="1" fontAlgn="base" hangingPunct="1" indent="0" latinLnBrk="0" marL="13716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4pPr>
                <a:lvl5pPr algn="l" eaLnBrk="1" fontAlgn="base" hangingPunct="1" indent="0" latinLnBrk="0" marL="182880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  <a:defRPr baseline="0" b="0" sz="1800" i="0" u="none">
                    <a:solidFill>
                      <a:schemeClr val="dk1"/>
                    </a:solidFill>
                    <a:latin typeface="Comic Sans MS" pitchFamily="66" charset="0"/>
                    <a:sym typeface="Comic Sans MS" pitchFamily="66" charset="0"/>
                  </a:defRPr>
                </a:lvl5pPr>
              </a:lstStyle>
              <a:p>
                <a:pPr eaLnBrk="1" hangingPunct="1" lvl="0"/>
                <a:endParaRPr altLang="en-US" lang="tr-TR"/>
              </a:p>
            </p:txBody>
          </p:sp>
          <p:grpSp>
            <p:nvGrpSpPr>
              <p:cNvPr id="69" name=""/>
              <p:cNvGrpSpPr/>
              <p:nvPr/>
            </p:nvGrpSpPr>
            <p:grpSpPr>
              <a:xfrm rot="0"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8641" name="Freeform 44"/>
                <p:cNvSpPr/>
                <p:nvPr/>
              </p:nvSpPr>
              <p:spPr>
                <a:xfrm rot="18427436">
                  <a:off x="4966" y="71"/>
                  <a:ext cx="153" cy="125"/>
                </a:xfrm>
                <a:custGeom>
                  <a:avLst/>
                  <a:gdLst>
                    <a:gd name="l" fmla="*/ 0 w 604"/>
                    <a:gd name="t" fmla="*/ 0 h 349"/>
                    <a:gd name="r" fmla="*/ 604 w 604"/>
                    <a:gd name="b" fmla="*/ 349 h 349"/>
                  </a:gdLst>
                  <a:ahLst/>
                  <a:rect l="l" t="t" r="r" b="b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42" name="Freeform 45"/>
                <p:cNvSpPr/>
                <p:nvPr/>
              </p:nvSpPr>
              <p:spPr>
                <a:xfrm rot="18427436">
                  <a:off x="5049" y="331"/>
                  <a:ext cx="269" cy="438"/>
                </a:xfrm>
                <a:custGeom>
                  <a:avLst/>
                  <a:gdLst>
                    <a:gd name="l" fmla="*/ 0 w 1064"/>
                    <a:gd name="t" fmla="*/ 0 h 1230"/>
                    <a:gd name="r" fmla="*/ 1064 w 1064"/>
                    <a:gd name="b" fmla="*/ 1230 h 1230"/>
                  </a:gdLst>
                  <a:ahLst/>
                  <a:rect l="l" t="t" r="r" b="b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lnTo>
                        <a:pt x="741" y="129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43" name="Freeform 46"/>
                <p:cNvSpPr/>
                <p:nvPr/>
              </p:nvSpPr>
              <p:spPr>
                <a:xfrm rot="18427436">
                  <a:off x="4859" y="181"/>
                  <a:ext cx="505" cy="898"/>
                </a:xfrm>
                <a:custGeom>
                  <a:avLst/>
                  <a:gdLst>
                    <a:gd name="l" fmla="*/ 0 w 2002"/>
                    <a:gd name="t" fmla="*/ 0 h 2521"/>
                    <a:gd name="r" fmla="*/ 2002 w 2002"/>
                    <a:gd name="b" fmla="*/ 2521 h 2521"/>
                  </a:gdLst>
                  <a:ahLst/>
                  <a:rect l="l" t="t" r="r" b="b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lnTo>
                        <a:pt x="1941" y="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44" name="Freeform 47"/>
                <p:cNvSpPr/>
                <p:nvPr/>
              </p:nvSpPr>
              <p:spPr>
                <a:xfrm rot="18427436">
                  <a:off x="4903" y="-19"/>
                  <a:ext cx="758" cy="1344"/>
                </a:xfrm>
                <a:custGeom>
                  <a:avLst/>
                  <a:gdLst>
                    <a:gd name="l" fmla="*/ 0 w 3007"/>
                    <a:gd name="t" fmla="*/ 0 h 3771"/>
                    <a:gd name="r" fmla="*/ 3007 w 3007"/>
                    <a:gd name="b" fmla="*/ 3771 h 3771"/>
                  </a:gdLst>
                  <a:ahLst/>
                  <a:rect l="l" t="t" r="r" b="b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lnTo>
                        <a:pt x="95" y="2844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45" name="Freeform 48"/>
                <p:cNvSpPr/>
                <p:nvPr/>
              </p:nvSpPr>
              <p:spPr>
                <a:xfrm rot="18427436">
                  <a:off x="5298" y="896"/>
                  <a:ext cx="169" cy="122"/>
                </a:xfrm>
                <a:custGeom>
                  <a:avLst/>
                  <a:gdLst>
                    <a:gd name="l" fmla="*/ 0 w 673"/>
                    <a:gd name="t" fmla="*/ 0 h 342"/>
                    <a:gd name="r" fmla="*/ 673 w 673"/>
                    <a:gd name="b" fmla="*/ 342 h 342"/>
                  </a:gdLst>
                  <a:ahLst/>
                  <a:rect l="l" t="t" r="r" b="b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lnTo>
                        <a:pt x="0" y="80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46" name="Freeform 49"/>
                <p:cNvSpPr/>
                <p:nvPr/>
              </p:nvSpPr>
              <p:spPr>
                <a:xfrm rot="18427436">
                  <a:off x="5254" y="805"/>
                  <a:ext cx="181" cy="144"/>
                </a:xfrm>
                <a:custGeom>
                  <a:avLst/>
                  <a:gdLst>
                    <a:gd name="l" fmla="*/ 0 w 716"/>
                    <a:gd name="t" fmla="*/ 0 h 403"/>
                    <a:gd name="r" fmla="*/ 716 w 716"/>
                    <a:gd name="b" fmla="*/ 403 h 403"/>
                  </a:gdLst>
                  <a:ahLst/>
                  <a:rect l="l" t="t" r="r" b="b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lnTo>
                        <a:pt x="0" y="78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47" name="Freeform 50"/>
                <p:cNvSpPr/>
                <p:nvPr/>
              </p:nvSpPr>
              <p:spPr>
                <a:xfrm rot="18427436">
                  <a:off x="4985" y="210"/>
                  <a:ext cx="181" cy="147"/>
                </a:xfrm>
                <a:custGeom>
                  <a:avLst/>
                  <a:gdLst>
                    <a:gd name="l" fmla="*/ 0 w 717"/>
                    <a:gd name="t" fmla="*/ 0 h 411"/>
                    <a:gd name="r" fmla="*/ 717 w 717"/>
                    <a:gd name="b" fmla="*/ 411 h 411"/>
                  </a:gdLst>
                  <a:ahLst/>
                  <a:rect l="l" t="t" r="r" b="b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lnTo>
                        <a:pt x="0" y="78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  <p:sp>
              <p:nvSpPr>
                <p:cNvPr id="1048648" name="Freeform 51"/>
                <p:cNvSpPr/>
                <p:nvPr/>
              </p:nvSpPr>
              <p:spPr>
                <a:xfrm rot="18427436">
                  <a:off x="4949" y="141"/>
                  <a:ext cx="179" cy="138"/>
                </a:xfrm>
                <a:custGeom>
                  <a:avLst/>
                  <a:gdLst>
                    <a:gd name="l" fmla="*/ 0 w 709"/>
                    <a:gd name="t" fmla="*/ 0 h 386"/>
                    <a:gd name="r" fmla="*/ 709 w 709"/>
                    <a:gd name="b" fmla="*/ 386 h 386"/>
                  </a:gdLst>
                  <a:ahLst/>
                  <a:rect l="l" t="t" r="r" b="b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lnTo>
                        <a:pt x="0" y="88"/>
                      </a:ln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="t" bIns="45720" lIns="91440" rIns="91440" tIns="45720" vert="horz"/>
                <a:lstStyle>
                  <a:lvl1pPr algn="l" eaLnBrk="1" fontAlgn="base" hangingPunct="1" indent="0" latinLnBrk="0" marL="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1pPr>
                  <a:lvl2pPr algn="l" eaLnBrk="1" fontAlgn="base" hangingPunct="1" indent="0" latinLnBrk="0" marL="4572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2pPr>
                  <a:lvl3pPr algn="l" eaLnBrk="1" fontAlgn="base" hangingPunct="1" indent="0" latinLnBrk="0" marL="9144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3pPr>
                  <a:lvl4pPr algn="l" eaLnBrk="1" fontAlgn="base" hangingPunct="1" indent="0" latinLnBrk="0" marL="13716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4pPr>
                  <a:lvl5pPr algn="l" eaLnBrk="1" fontAlgn="base" hangingPunct="1" indent="0" latinLnBrk="0" marL="1828800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  <a:defRPr baseline="0" b="0" sz="1800" i="0" u="none">
                      <a:solidFill>
                        <a:schemeClr val="dk1"/>
                      </a:solidFill>
                      <a:latin typeface="Comic Sans MS" pitchFamily="66" charset="0"/>
                      <a:sym typeface="Comic Sans MS" pitchFamily="66" charset="0"/>
                    </a:defRPr>
                  </a:lvl5pPr>
                </a:lstStyle>
                <a:p>
                  <a:pPr eaLnBrk="1" hangingPunct="1" lvl="0"/>
                  <a:endParaRPr altLang="en-US" lang="tr-TR"/>
                </a:p>
              </p:txBody>
            </p:sp>
          </p:grpSp>
        </p:grpSp>
        <p:sp>
          <p:nvSpPr>
            <p:cNvPr id="1048649" name="Line 52"/>
            <p:cNvSpPr/>
            <p:nvPr/>
          </p:nvSpPr>
          <p:spPr>
            <a:xfrm rot="0">
              <a:off x="4870" y="84"/>
              <a:ext cx="42" cy="96"/>
            </a:xfrm>
            <a:prstGeom prst="line"/>
            <a:noFill/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p:spPr>
        </p:sp>
      </p:grp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dt="0" ftr="0" sldNum="0"/>
  <p:txStyles>
    <p:titleStyle>
      <a:lvl1pPr algn="ctr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2pPr>
      <a:lvl3pPr algn="ctr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3pPr>
      <a:lvl4pPr algn="ctr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4pPr>
      <a:lvl5pPr algn="ctr" fontAlgn="base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9pPr>
    </p:titleStyle>
    <p:bodyStyle>
      <a:lvl1pPr algn="l" fontAlgn="base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fontAlgn="base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algn="l" fontAlgn="base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algn="l" fontAlgn="base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algn="l" fontAlgn="base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35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6.emf"/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emf"/><Relationship Id="rId2" Type="http://schemas.openxmlformats.org/officeDocument/2006/relationships/image" Target="../media/image10.emf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0" name="Rectangle 5"/>
          <p:cNvSpPr txBox="1"/>
          <p:nvPr/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601" name="Rectangle 6"/>
          <p:cNvSpPr txBox="1"/>
          <p:nvPr/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602" name="Rectangle 7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1</a:t>
            </a:fld>
            <a:endParaRPr altLang="en-US" sz="1400" lang="tr-TR"/>
          </a:p>
        </p:txBody>
      </p:sp>
      <p:sp>
        <p:nvSpPr>
          <p:cNvPr id="1048603" name="Rectangle 2"/>
          <p:cNvSpPr/>
          <p:nvPr>
            <p:ph type="ctrTitle" sz="full" idx="4294967295"/>
          </p:nvPr>
        </p:nvSpPr>
        <p:spPr>
          <a:xfrm rot="0">
            <a:off x="1331912" y="1916112"/>
            <a:ext cx="6400800" cy="2273300"/>
          </a:xfrm>
          <a:prstGeom prst="rect"/>
          <a:noFill/>
          <a:ln>
            <a:noFill/>
          </a:ln>
          <a:effectLst>
            <a:outerShdw algn="ctr" dir="2021403" dist="45790" kx="0" sx="100000" sy="100000">
              <a:schemeClr val="dk2">
                <a:alpha val="100000"/>
              </a:schemeClr>
            </a:outerShdw>
          </a:effectLst>
        </p:spPr>
        <p:txBody>
          <a:bodyPr anchor="b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en-US" sz="5000" lang="en-US">
                <a:solidFill>
                  <a:schemeClr val="lt2"/>
                </a:solidFill>
                <a:effectLst>
                  <a:outerShdw algn="tl" blurRad="38100" dir="2700000" dist="38100">
                    <a:srgbClr val="C0C0C0"/>
                  </a:outerShdw>
                </a:effectLst>
              </a:rPr>
              <a:t>Comparative vs. Superlative</a:t>
            </a:r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0" name="Rectangle 2"/>
          <p:cNvSpPr/>
          <p:nvPr>
            <p:ph type="title" sz="full" idx="0"/>
          </p:nvPr>
        </p:nvSpPr>
        <p:spPr>
          <a:xfrm rot="0">
            <a:off x="685800" y="152400"/>
            <a:ext cx="6870700" cy="1600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eaLnBrk="1" hangingPunct="1" lvl="0">
              <a:buFont typeface="Wingdings" pitchFamily="2" charset="2"/>
              <a:buNone/>
            </a:pPr>
            <a:br>
              <a:rPr altLang="en-US" sz="2800" lang="tr-TR"/>
            </a:br>
            <a:br>
              <a:rPr altLang="en-US" sz="2800" lang="tr-TR"/>
            </a:br>
            <a:br>
              <a:rPr altLang="en-US" sz="2800" lang="tr-TR"/>
            </a:br>
            <a:r>
              <a:rPr altLang="en-US" sz="2800" lang="en-US"/>
              <a:t>The</a:t>
            </a:r>
            <a:r>
              <a:rPr altLang="en-US" sz="2800" i="1" lang="en-US"/>
              <a:t> </a:t>
            </a:r>
            <a:r>
              <a:rPr altLang="en-US" b="1" sz="2800" i="1" lang="en-US" u="sng"/>
              <a:t>Comparative </a:t>
            </a:r>
            <a:r>
              <a:rPr altLang="en-US" sz="2800" lang="en-US"/>
              <a:t>is normally used if you want to compare </a:t>
            </a:r>
            <a:r>
              <a:rPr altLang="en-US" sz="2800" lang="en-US">
                <a:solidFill>
                  <a:schemeClr val="lt2"/>
                </a:solidFill>
              </a:rPr>
              <a:t>two</a:t>
            </a:r>
            <a:r>
              <a:rPr altLang="en-US" sz="2800" lang="en-US"/>
              <a:t> </a:t>
            </a:r>
            <a:r>
              <a:rPr altLang="en-US" b="1" sz="2800" lang="en-US">
                <a:latin typeface="Arial" pitchFamily="0" charset="0"/>
              </a:rPr>
              <a:t>things</a:t>
            </a:r>
            <a:r>
              <a:rPr altLang="en-US" sz="2800" lang="en-US"/>
              <a:t>, people,etc: </a:t>
            </a:r>
            <a:br>
              <a:rPr altLang="en-US" sz="2800" lang="en-US"/>
            </a:br>
            <a:endParaRPr altLang="en-US" sz="2800" lang="tr-TR"/>
          </a:p>
        </p:txBody>
      </p:sp>
      <p:sp>
        <p:nvSpPr>
          <p:cNvPr id="1048651" name="Rectangle 3"/>
          <p:cNvSpPr/>
          <p:nvPr>
            <p:ph type="body" sz="half" idx="1"/>
          </p:nvPr>
        </p:nvSpPr>
        <p:spPr>
          <a:xfrm rot="0">
            <a:off x="685800" y="1828800"/>
            <a:ext cx="7847012" cy="44084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indent="-342900" marL="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dk1"/>
                </a:solidFill>
              </a:defRPr>
            </a:lvl1pPr>
            <a:lvl2pPr indent="-285750" marL="7429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dk1"/>
                </a:solidFill>
              </a:defRPr>
            </a:lvl2pPr>
            <a:lvl3pPr indent="-228600" marL="11430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dk1"/>
                </a:solidFill>
              </a:defRPr>
            </a:lvl3pPr>
            <a:lvl4pPr indent="-228600" marL="16002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dk1"/>
                </a:solidFill>
              </a:defRPr>
            </a:lvl4pPr>
            <a:lvl5pPr indent="-228600" marL="2057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dk1"/>
                </a:solidFill>
              </a:defRPr>
            </a:lvl5pPr>
          </a:lstStyle>
          <a:p>
            <a:pPr eaLnBrk="1" hangingPunct="1" lvl="0"/>
            <a:r>
              <a:rPr altLang="en-US" lang="tr-TR"/>
              <a:t>When we compare using </a:t>
            </a:r>
            <a:r>
              <a:rPr altLang="en-US" lang="tr-TR">
                <a:solidFill>
                  <a:schemeClr val="lt2"/>
                </a:solidFill>
              </a:rPr>
              <a:t>short words </a:t>
            </a:r>
            <a:r>
              <a:rPr altLang="en-US" sz="1800" lang="tr-TR">
                <a:solidFill>
                  <a:schemeClr val="lt2"/>
                </a:solidFill>
              </a:rPr>
              <a:t>(one or two </a:t>
            </a:r>
            <a:r>
              <a:rPr altLang="en-US" sz="2000" lang="tr-TR">
                <a:solidFill>
                  <a:schemeClr val="lt2"/>
                </a:solidFill>
              </a:rPr>
              <a:t>sylabbles)</a:t>
            </a:r>
            <a:r>
              <a:rPr altLang="en-US" lang="tr-TR"/>
              <a:t>, we add </a:t>
            </a:r>
            <a:r>
              <a:rPr altLang="en-US" sz="3200" lang="tr-TR">
                <a:solidFill>
                  <a:schemeClr val="lt2"/>
                </a:solidFill>
              </a:rPr>
              <a:t>–er</a:t>
            </a:r>
            <a:r>
              <a:rPr altLang="en-US" lang="tr-TR"/>
              <a:t> </a:t>
            </a:r>
            <a:r>
              <a:rPr altLang="en-US" lang="tr-TR">
                <a:solidFill>
                  <a:schemeClr val="lt2"/>
                </a:solidFill>
              </a:rPr>
              <a:t>+ than</a:t>
            </a:r>
            <a:r>
              <a:rPr altLang="en-US" lang="tr-TR"/>
              <a:t>  at the end of the adjective.</a:t>
            </a:r>
          </a:p>
          <a:p>
            <a:pPr eaLnBrk="1" hangingPunct="1" lvl="0">
              <a:buFontTx/>
              <a:buNone/>
            </a:pPr>
            <a:r>
              <a:rPr altLang="en-US" b="1" lang="tr-TR"/>
              <a:t>Ex</a:t>
            </a:r>
            <a:r>
              <a:rPr altLang="en-US" lang="tr-TR"/>
              <a:t>.</a:t>
            </a:r>
          </a:p>
          <a:p>
            <a:pPr eaLnBrk="1" hangingPunct="1" lvl="0"/>
            <a:r>
              <a:rPr altLang="en-US" lang="tr-TR"/>
              <a:t>He is tall</a:t>
            </a:r>
            <a:r>
              <a:rPr altLang="en-US" lang="tr-TR">
                <a:solidFill>
                  <a:schemeClr val="lt2"/>
                </a:solidFill>
              </a:rPr>
              <a:t>er</a:t>
            </a:r>
            <a:r>
              <a:rPr altLang="en-US" lang="tr-TR"/>
              <a:t> </a:t>
            </a:r>
            <a:r>
              <a:rPr altLang="en-US" b="1" i="1" lang="tr-TR" u="sng">
                <a:solidFill>
                  <a:schemeClr val="lt2"/>
                </a:solidFill>
              </a:rPr>
              <a:t>than</a:t>
            </a:r>
            <a:r>
              <a:rPr altLang="en-US" lang="tr-TR"/>
              <a:t> me.</a:t>
            </a:r>
          </a:p>
          <a:p>
            <a:pPr eaLnBrk="1" hangingPunct="1" lvl="0"/>
            <a:endParaRPr altLang="en-US" lang="tr-TR"/>
          </a:p>
          <a:p>
            <a:pPr eaLnBrk="1" hangingPunct="1" lvl="0"/>
            <a:r>
              <a:rPr altLang="en-US" lang="tr-TR"/>
              <a:t>My car is cheap</a:t>
            </a:r>
            <a:r>
              <a:rPr altLang="en-US" lang="tr-TR">
                <a:solidFill>
                  <a:schemeClr val="lt2"/>
                </a:solidFill>
              </a:rPr>
              <a:t>er</a:t>
            </a:r>
            <a:r>
              <a:rPr altLang="en-US" lang="tr-TR"/>
              <a:t> </a:t>
            </a:r>
            <a:r>
              <a:rPr altLang="en-US" b="1" i="1" lang="tr-TR" u="sng">
                <a:solidFill>
                  <a:schemeClr val="lt2"/>
                </a:solidFill>
              </a:rPr>
              <a:t>than</a:t>
            </a:r>
            <a:r>
              <a:rPr altLang="en-US" lang="tr-TR"/>
              <a:t> your car.</a:t>
            </a:r>
          </a:p>
        </p:txBody>
      </p:sp>
      <p:pic>
        <p:nvPicPr>
          <p:cNvPr id="2097152" name="Picture 5" descr="ANd9GcSuIcy6BP4ZDLU-V1aqnr-k6jGcea0_UY6w_y1fCh1Q8MQxWn4&amp;t=1&amp;usg=__lPDq4Mq2zAiov1Sj1GQmtpeQRBQ="/>
          <p:cNvPicPr>
            <a:picLocks/>
          </p:cNvPicPr>
          <p:nvPr>
            <p:ph sz="quarter" idx="2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051050" y="5267325"/>
            <a:ext cx="877887" cy="763587"/>
          </a:xfrm>
          <a:prstGeom prst="rect"/>
          <a:noFill/>
          <a:ln>
            <a:noFill/>
          </a:ln>
        </p:spPr>
      </p:pic>
      <p:pic>
        <p:nvPicPr>
          <p:cNvPr id="2097153" name="Picture 8" descr="ANd9GcTRoq7pin1p5STUCshtgCLYEMoHxRVQIwkZIAnkGwfvc1l-f_4&amp;t=1&amp;h=151&amp;w=245&amp;usg=__81eRPtxcnTttJAM6FI_ym3n3iSs="/>
          <p:cNvPicPr>
            <a:picLocks/>
          </p:cNvPicPr>
          <p:nvPr>
            <p:ph sz="quarter" idx="3"/>
          </p:nvPr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5357812" y="5268912"/>
            <a:ext cx="1116012" cy="590550"/>
          </a:xfrm>
          <a:prstGeom prst="rect"/>
          <a:noFill/>
          <a:ln>
            <a:noFill/>
          </a:ln>
        </p:spPr>
      </p:pic>
      <p:pic>
        <p:nvPicPr>
          <p:cNvPr id="2097154" name="Picture 11" descr="ANd9GcR3PYTpxPuqOISU3CTdY1luw_uOWdku8O07ExIUY20GvqFJGew&amp;t=1&amp;h=217&amp;w=128&amp;usg=__XBRvdbTuJZLGKwnYlOcOoBBZP1o=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5435600" y="2852737"/>
            <a:ext cx="933450" cy="159067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6" name="Rectangle 2"/>
          <p:cNvSpPr/>
          <p:nvPr>
            <p:ph type="title" sz="full" idx="0"/>
          </p:nvPr>
        </p:nvSpPr>
        <p:spPr>
          <a:xfrm rot="0">
            <a:off x="250825" y="908050"/>
            <a:ext cx="8064500" cy="8651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algn="l" eaLnBrk="1" hangingPunct="1" lvl="0">
              <a:buFont typeface="Wingdings" pitchFamily="2" charset="2"/>
              <a:buChar char="Ø"/>
            </a:pPr>
            <a:r>
              <a:rPr altLang="en-US" sz="2400" lang="tr-TR"/>
              <a:t>If an adjective ends in </a:t>
            </a:r>
            <a:r>
              <a:rPr altLang="en-US" sz="2400" lang="tr-TR">
                <a:solidFill>
                  <a:schemeClr val="lt2"/>
                </a:solidFill>
              </a:rPr>
              <a:t>one vowel</a:t>
            </a:r>
            <a:r>
              <a:rPr altLang="en-US" sz="2400" lang="tr-TR"/>
              <a:t> + </a:t>
            </a:r>
            <a:r>
              <a:rPr altLang="en-US" sz="2400" lang="tr-TR">
                <a:solidFill>
                  <a:schemeClr val="lt2"/>
                </a:solidFill>
              </a:rPr>
              <a:t>consonant</a:t>
            </a:r>
            <a:br>
              <a:rPr altLang="en-US" sz="2400" lang="tr-TR">
                <a:solidFill>
                  <a:schemeClr val="lt2"/>
                </a:solidFill>
              </a:rPr>
            </a:br>
            <a:r>
              <a:rPr altLang="en-US" sz="2400" lang="tr-TR">
                <a:solidFill>
                  <a:schemeClr val="lt2"/>
                </a:solidFill>
              </a:rPr>
              <a:t>                                             </a:t>
            </a:r>
            <a:r>
              <a:rPr altLang="en-US" sz="1600" lang="tr-TR"/>
              <a:t>(a,e,i,o,u)      (b,c,d,f,g,h,j,k,l,m....)</a:t>
            </a:r>
            <a:br>
              <a:rPr altLang="en-US" sz="1600" lang="tr-TR"/>
            </a:br>
            <a:r>
              <a:rPr altLang="en-US" sz="1600" lang="tr-TR"/>
              <a:t>    </a:t>
            </a:r>
            <a:r>
              <a:rPr altLang="en-US" sz="2400" lang="tr-TR"/>
              <a:t>we </a:t>
            </a:r>
            <a:r>
              <a:rPr altLang="en-US" sz="2400" lang="tr-TR">
                <a:solidFill>
                  <a:schemeClr val="lt2"/>
                </a:solidFill>
              </a:rPr>
              <a:t>double</a:t>
            </a:r>
            <a:r>
              <a:rPr altLang="en-US" sz="2400" lang="tr-TR"/>
              <a:t> the consanant and add </a:t>
            </a:r>
            <a:r>
              <a:rPr altLang="en-US" sz="2400" lang="tr-TR">
                <a:solidFill>
                  <a:schemeClr val="lt2"/>
                </a:solidFill>
              </a:rPr>
              <a:t>-er</a:t>
            </a:r>
            <a:br>
              <a:rPr altLang="en-US" sz="2400" lang="tr-TR"/>
            </a:br>
            <a:endParaRPr altLang="en-US" sz="2400" lang="tr-TR"/>
          </a:p>
        </p:txBody>
      </p:sp>
      <p:sp>
        <p:nvSpPr>
          <p:cNvPr id="1048657" name="Rectangle 3"/>
          <p:cNvSpPr/>
          <p:nvPr>
            <p:ph type="body" sz="full" idx="1"/>
          </p:nvPr>
        </p:nvSpPr>
        <p:spPr>
          <a:xfrm rot="0">
            <a:off x="395287" y="1557337"/>
            <a:ext cx="8064500" cy="44640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r>
              <a:rPr altLang="en-US" sz="2400" lang="tr-TR"/>
              <a:t>big    -   big</a:t>
            </a:r>
            <a:r>
              <a:rPr altLang="en-US" sz="2400" lang="tr-TR">
                <a:solidFill>
                  <a:schemeClr val="lt2"/>
                </a:solidFill>
              </a:rPr>
              <a:t>g</a:t>
            </a:r>
            <a:r>
              <a:rPr altLang="en-US" sz="2400" lang="tr-TR"/>
              <a:t>er</a:t>
            </a:r>
          </a:p>
          <a:p>
            <a:pPr eaLnBrk="1" hangingPunct="1" lvl="0"/>
            <a:r>
              <a:rPr altLang="en-US" sz="2400" lang="tr-TR"/>
              <a:t>hot   -   hot</a:t>
            </a:r>
            <a:r>
              <a:rPr altLang="en-US" sz="2400" lang="tr-TR">
                <a:solidFill>
                  <a:schemeClr val="lt2"/>
                </a:solidFill>
              </a:rPr>
              <a:t>t</a:t>
            </a:r>
            <a:r>
              <a:rPr altLang="en-US" sz="2400" lang="tr-TR"/>
              <a:t>er</a:t>
            </a:r>
          </a:p>
          <a:p>
            <a:pPr eaLnBrk="1" hangingPunct="1" lvl="0"/>
            <a:r>
              <a:rPr altLang="en-US" sz="2400" lang="tr-TR"/>
              <a:t>thin  -   thin</a:t>
            </a:r>
            <a:r>
              <a:rPr altLang="en-US" sz="2400" lang="tr-TR">
                <a:solidFill>
                  <a:schemeClr val="lt2"/>
                </a:solidFill>
              </a:rPr>
              <a:t>n</a:t>
            </a:r>
            <a:r>
              <a:rPr altLang="en-US" sz="2400" lang="tr-TR"/>
              <a:t>er</a:t>
            </a:r>
          </a:p>
          <a:p>
            <a:pPr eaLnBrk="1" hangingPunct="1" lvl="0"/>
            <a:r>
              <a:rPr altLang="en-US" sz="2400" lang="tr-TR"/>
              <a:t>fat    -   fat</a:t>
            </a:r>
            <a:r>
              <a:rPr altLang="en-US" sz="2400" lang="tr-TR">
                <a:solidFill>
                  <a:schemeClr val="lt2"/>
                </a:solidFill>
              </a:rPr>
              <a:t>t</a:t>
            </a:r>
            <a:r>
              <a:rPr altLang="en-US" sz="2400" lang="tr-TR"/>
              <a:t>er</a:t>
            </a:r>
            <a:r>
              <a:rPr altLang="en-US" sz="2800" lang="tr-TR"/>
              <a:t> </a:t>
            </a:r>
          </a:p>
          <a:p>
            <a:pPr eaLnBrk="1" hangingPunct="1" lvl="0">
              <a:buFont typeface="Wingdings" pitchFamily="2" charset="2"/>
              <a:buChar char="Ø"/>
            </a:pPr>
            <a:r>
              <a:rPr altLang="en-US" sz="2000" lang="tr-TR"/>
              <a:t>If and adjective ends with a </a:t>
            </a:r>
            <a:r>
              <a:rPr altLang="en-US" sz="2000" lang="tr-TR">
                <a:solidFill>
                  <a:schemeClr val="lt2"/>
                </a:solidFill>
              </a:rPr>
              <a:t>–y</a:t>
            </a:r>
            <a:r>
              <a:rPr altLang="en-US" sz="2000" lang="tr-TR"/>
              <a:t>, we change it to </a:t>
            </a:r>
            <a:r>
              <a:rPr altLang="en-US" sz="2000" lang="tr-TR">
                <a:solidFill>
                  <a:schemeClr val="lt2"/>
                </a:solidFill>
              </a:rPr>
              <a:t>–i </a:t>
            </a:r>
            <a:r>
              <a:rPr altLang="en-US" sz="2000" lang="tr-TR"/>
              <a:t>and add</a:t>
            </a:r>
            <a:r>
              <a:rPr altLang="en-US" sz="2000" lang="tr-TR">
                <a:solidFill>
                  <a:schemeClr val="lt2"/>
                </a:solidFill>
              </a:rPr>
              <a:t> –er</a:t>
            </a:r>
          </a:p>
          <a:p>
            <a:pPr eaLnBrk="1" hangingPunct="1" lvl="0"/>
            <a:r>
              <a:rPr altLang="en-US" sz="2400" lang="tr-TR"/>
              <a:t>happy   -   happ</a:t>
            </a:r>
            <a:r>
              <a:rPr altLang="en-US" sz="2400" lang="tr-TR">
                <a:solidFill>
                  <a:schemeClr val="lt2"/>
                </a:solidFill>
              </a:rPr>
              <a:t>i</a:t>
            </a:r>
            <a:r>
              <a:rPr altLang="en-US" sz="2400" lang="tr-TR"/>
              <a:t>er</a:t>
            </a:r>
          </a:p>
          <a:p>
            <a:pPr eaLnBrk="1" hangingPunct="1" lvl="0"/>
            <a:r>
              <a:rPr altLang="en-US" sz="2400" lang="tr-TR"/>
              <a:t>funny    -   funn</a:t>
            </a:r>
            <a:r>
              <a:rPr altLang="en-US" sz="2400" lang="tr-TR">
                <a:solidFill>
                  <a:schemeClr val="lt2"/>
                </a:solidFill>
              </a:rPr>
              <a:t>i</a:t>
            </a:r>
            <a:r>
              <a:rPr altLang="en-US" sz="2400" lang="tr-TR"/>
              <a:t>er</a:t>
            </a:r>
          </a:p>
          <a:p>
            <a:pPr eaLnBrk="1" hangingPunct="1" lvl="0"/>
            <a:r>
              <a:rPr altLang="en-US" sz="2400" lang="tr-TR"/>
              <a:t>easy      -   eas</a:t>
            </a:r>
            <a:r>
              <a:rPr altLang="en-US" sz="2400" lang="tr-TR">
                <a:solidFill>
                  <a:schemeClr val="lt2"/>
                </a:solidFill>
              </a:rPr>
              <a:t>i</a:t>
            </a:r>
            <a:r>
              <a:rPr altLang="en-US" sz="2400" lang="tr-TR"/>
              <a:t>er</a:t>
            </a:r>
          </a:p>
          <a:p>
            <a:pPr eaLnBrk="1" hangingPunct="1" lvl="0"/>
            <a:r>
              <a:rPr altLang="en-US" sz="2400" lang="tr-TR"/>
              <a:t>ugly      -   ugl</a:t>
            </a:r>
            <a:r>
              <a:rPr altLang="en-US" sz="2400" lang="tr-TR">
                <a:solidFill>
                  <a:schemeClr val="lt2"/>
                </a:solidFill>
              </a:rPr>
              <a:t>i</a:t>
            </a:r>
            <a:r>
              <a:rPr altLang="en-US" sz="2400" lang="tr-TR"/>
              <a:t>er</a:t>
            </a:r>
          </a:p>
          <a:p>
            <a:pPr eaLnBrk="1" hangingPunct="1" lvl="0"/>
            <a:endParaRPr altLang="en-US" sz="2000" lang="tr-TR">
              <a:solidFill>
                <a:schemeClr val="lt2"/>
              </a:solidFill>
            </a:endParaRPr>
          </a:p>
          <a:p>
            <a:pPr eaLnBrk="1" hangingPunct="1" lvl="0">
              <a:buFont typeface="Wingdings" pitchFamily="2" charset="2"/>
              <a:buNone/>
            </a:pPr>
            <a:endParaRPr altLang="en-US" sz="2000" lang="tr-TR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3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704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705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4</a:t>
            </a:fld>
            <a:endParaRPr altLang="en-US" sz="1400" lang="tr-TR"/>
          </a:p>
        </p:txBody>
      </p:sp>
      <p:sp>
        <p:nvSpPr>
          <p:cNvPr id="1048706" name="Rectangle 2"/>
          <p:cNvSpPr/>
          <p:nvPr>
            <p:ph type="title" sz="full" idx="0"/>
          </p:nvPr>
        </p:nvSpPr>
        <p:spPr>
          <a:xfrm rot="0">
            <a:off x="684212" y="333375"/>
            <a:ext cx="7559675" cy="1600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algn="l" eaLnBrk="1" hangingPunct="1" lvl="0">
              <a:buFont typeface="Wingdings" pitchFamily="2" charset="2"/>
              <a:buChar char="Ø"/>
            </a:pPr>
            <a:r>
              <a:rPr altLang="en-US" sz="2400" lang="tr-TR"/>
              <a:t>When we compare 2 things or people using </a:t>
            </a:r>
            <a:r>
              <a:rPr altLang="en-US" sz="2400" lang="tr-TR">
                <a:solidFill>
                  <a:schemeClr val="lt2"/>
                </a:solidFill>
              </a:rPr>
              <a:t>long      </a:t>
            </a:r>
            <a:br>
              <a:rPr altLang="en-US" sz="2400" lang="tr-TR">
                <a:solidFill>
                  <a:schemeClr val="lt2"/>
                </a:solidFill>
              </a:rPr>
            </a:br>
            <a:r>
              <a:rPr altLang="en-US" sz="2400" lang="tr-TR">
                <a:solidFill>
                  <a:schemeClr val="lt2"/>
                </a:solidFill>
              </a:rPr>
              <a:t>   words </a:t>
            </a:r>
            <a:r>
              <a:rPr altLang="en-US" sz="1800" lang="tr-TR">
                <a:solidFill>
                  <a:schemeClr val="lt2"/>
                </a:solidFill>
              </a:rPr>
              <a:t>(three or more sylabbles)</a:t>
            </a:r>
            <a:r>
              <a:rPr altLang="en-US" sz="1800" lang="tr-TR"/>
              <a:t>, </a:t>
            </a:r>
            <a:r>
              <a:rPr altLang="en-US" sz="2400" lang="tr-TR"/>
              <a:t>we add </a:t>
            </a:r>
            <a:br>
              <a:rPr altLang="en-US" sz="2400" lang="tr-TR"/>
            </a:br>
            <a:r>
              <a:rPr altLang="en-US" sz="2400" lang="tr-TR"/>
              <a:t>                             </a:t>
            </a:r>
            <a:r>
              <a:rPr altLang="en-US" sz="3200" lang="tr-TR">
                <a:solidFill>
                  <a:schemeClr val="lt2"/>
                </a:solidFill>
              </a:rPr>
              <a:t>more </a:t>
            </a:r>
            <a:r>
              <a:rPr altLang="en-US" sz="2400" lang="tr-TR">
                <a:solidFill>
                  <a:schemeClr val="lt2"/>
                </a:solidFill>
              </a:rPr>
              <a:t>+ adjective</a:t>
            </a:r>
            <a:r>
              <a:rPr altLang="en-US" sz="2400" lang="tr-TR"/>
              <a:t> </a:t>
            </a:r>
            <a:r>
              <a:rPr altLang="en-US" sz="2400" lang="tr-TR">
                <a:solidFill>
                  <a:schemeClr val="lt2"/>
                </a:solidFill>
              </a:rPr>
              <a:t>+ than</a:t>
            </a:r>
            <a:br>
              <a:rPr altLang="en-US" sz="2400" lang="tr-TR"/>
            </a:br>
            <a:endParaRPr altLang="en-US" sz="2400" lang="tr-TR"/>
          </a:p>
        </p:txBody>
      </p:sp>
      <p:sp>
        <p:nvSpPr>
          <p:cNvPr id="1048707" name="Rectangle 3"/>
          <p:cNvSpPr/>
          <p:nvPr>
            <p:ph type="body" sz="full" idx="1"/>
          </p:nvPr>
        </p:nvSpPr>
        <p:spPr>
          <a:xfrm rot="0">
            <a:off x="685800" y="1828800"/>
            <a:ext cx="7696200" cy="44577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>
              <a:lnSpc>
                <a:spcPct val="90000"/>
              </a:lnSpc>
            </a:pPr>
            <a:r>
              <a:rPr altLang="en-US" sz="2400" lang="tr-TR"/>
              <a:t>Maria is </a:t>
            </a:r>
            <a:r>
              <a:rPr altLang="en-US" sz="2400" lang="tr-TR">
                <a:solidFill>
                  <a:schemeClr val="lt2"/>
                </a:solidFill>
              </a:rPr>
              <a:t>more</a:t>
            </a:r>
            <a:r>
              <a:rPr altLang="en-US" sz="2400" lang="tr-TR"/>
              <a:t> beautiful (adj) </a:t>
            </a:r>
            <a:r>
              <a:rPr altLang="en-US" sz="2400" lang="tr-TR" u="sng">
                <a:solidFill>
                  <a:schemeClr val="lt2"/>
                </a:solidFill>
              </a:rPr>
              <a:t>than</a:t>
            </a:r>
            <a:r>
              <a:rPr altLang="en-US" sz="2400" lang="tr-TR" u="sng"/>
              <a:t> </a:t>
            </a:r>
            <a:r>
              <a:rPr altLang="en-US" sz="2400" lang="tr-TR"/>
              <a:t>Jennifer.  </a:t>
            </a:r>
          </a:p>
          <a:p>
            <a:pPr eaLnBrk="1" hangingPunct="1" lvl="0">
              <a:lnSpc>
                <a:spcPct val="90000"/>
              </a:lnSpc>
            </a:pPr>
            <a:endParaRPr altLang="en-US" sz="2400" lang="tr-TR"/>
          </a:p>
          <a:p>
            <a:pPr eaLnBrk="1" hangingPunct="1" lvl="0">
              <a:lnSpc>
                <a:spcPct val="90000"/>
              </a:lnSpc>
            </a:pPr>
            <a:r>
              <a:rPr altLang="en-US" sz="2400" lang="tr-TR"/>
              <a:t>This book is </a:t>
            </a:r>
            <a:r>
              <a:rPr altLang="en-US" sz="2400" lang="tr-TR">
                <a:solidFill>
                  <a:srgbClr val="FF0000"/>
                </a:solidFill>
              </a:rPr>
              <a:t>more</a:t>
            </a:r>
            <a:r>
              <a:rPr altLang="en-US" sz="2400" lang="tr-TR"/>
              <a:t> interesting </a:t>
            </a:r>
            <a:r>
              <a:rPr altLang="en-US" sz="2400" lang="tr-TR" u="sng">
                <a:solidFill>
                  <a:srgbClr val="FF0000"/>
                </a:solidFill>
              </a:rPr>
              <a:t>than</a:t>
            </a:r>
            <a:r>
              <a:rPr altLang="en-US" sz="2400" lang="tr-TR" u="sng"/>
              <a:t> </a:t>
            </a:r>
            <a:r>
              <a:rPr altLang="en-US" sz="2400" lang="en-US"/>
              <a:t>that book. </a:t>
            </a:r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sz="2400" lang="en-US"/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sz="2400" lang="en-US"/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sz="2400" lang="en-US"/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sz="2400" lang="en-US"/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sz="2400" lang="en-US"/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sz="2400" lang="en-US"/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lang="tr-TR"/>
          </a:p>
        </p:txBody>
      </p:sp>
      <p:pic>
        <p:nvPicPr>
          <p:cNvPr id="2097155" name="Rounded Rectangle 1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841375" y="3127375"/>
            <a:ext cx="7748587" cy="26082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3" name="Title 1"/>
          <p:cNvSpPr/>
          <p:nvPr>
            <p:ph type="title" sz="full" idx="0"/>
          </p:nvPr>
        </p:nvSpPr>
        <p:spPr>
          <a:xfrm rot="0">
            <a:off x="722312" y="1857375"/>
            <a:ext cx="7772400" cy="3911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algn="l" eaLnBrk="1" hangingPunct="1" lvl="0">
              <a:lnSpc>
                <a:spcPct val="90000"/>
              </a:lnSpc>
            </a:pPr>
            <a:br>
              <a:rPr altLang="en-US" b="1" sz="4000" lang="tr-TR"/>
            </a:br>
            <a:br>
              <a:rPr altLang="en-US" b="1" sz="4000" lang="tr-TR"/>
            </a:br>
            <a:endParaRPr altLang="en-US" b="1" sz="4000" lang="tr-TR"/>
          </a:p>
        </p:txBody>
      </p:sp>
      <p:sp>
        <p:nvSpPr>
          <p:cNvPr id="1048714" name="Text Placeholder 2"/>
          <p:cNvSpPr/>
          <p:nvPr>
            <p:ph type="body" sz="full" idx="1"/>
          </p:nvPr>
        </p:nvSpPr>
        <p:spPr>
          <a:xfrm rot="0">
            <a:off x="642937" y="1785937"/>
            <a:ext cx="7772400" cy="3857625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indent="0" lvl="0" marL="0">
              <a:buFontTx/>
              <a:buNone/>
            </a:pPr>
            <a:endParaRPr altLang="en-US" sz="2800" lang="tr-TR"/>
          </a:p>
          <a:p>
            <a:pPr indent="0" lvl="0" marL="0">
              <a:buFontTx/>
              <a:buNone/>
            </a:pPr>
            <a:endParaRPr altLang="en-US" sz="2800" lang="tr-TR"/>
          </a:p>
          <a:p>
            <a:pPr indent="0" lvl="0" marL="0">
              <a:buFontTx/>
              <a:buNone/>
            </a:pPr>
            <a:endParaRPr altLang="en-US" sz="2800" lang="tr-TR"/>
          </a:p>
          <a:p>
            <a:pPr indent="0" lvl="0" marL="0">
              <a:buFontTx/>
              <a:buNone/>
            </a:pPr>
            <a:endParaRPr altLang="en-US" sz="2800" lang="tr-TR"/>
          </a:p>
          <a:p>
            <a:pPr indent="0" lvl="0" marL="0">
              <a:buFontTx/>
              <a:buNone/>
            </a:pPr>
            <a:endParaRPr altLang="en-US" sz="2800" lang="tr-TR"/>
          </a:p>
          <a:p>
            <a:pPr indent="0" lvl="0" marL="0">
              <a:buFontTx/>
              <a:buNone/>
            </a:pPr>
            <a:endParaRPr altLang="en-US" sz="2800" lang="tr-TR"/>
          </a:p>
          <a:p>
            <a:pPr indent="0" lvl="0" marL="0">
              <a:buFont typeface="Wingdings" pitchFamily="2" charset="2"/>
              <a:buChar char="Ø"/>
            </a:pPr>
            <a:r>
              <a:rPr altLang="en-US" sz="2800" lang="tr-TR"/>
              <a:t>Write sentences using the words below:</a:t>
            </a:r>
            <a:br>
              <a:rPr altLang="en-US" sz="2800" lang="tr-TR"/>
            </a:br>
            <a:endParaRPr altLang="en-US" sz="2800" lang="tr-TR"/>
          </a:p>
          <a:p>
            <a:pPr indent="0" lvl="0" marL="0">
              <a:buFontTx/>
              <a:buNone/>
            </a:pPr>
            <a:r>
              <a:rPr altLang="en-US" sz="2400" lang="tr-TR"/>
              <a:t>interesting </a:t>
            </a:r>
            <a:br>
              <a:rPr altLang="en-US" sz="2400" lang="tr-TR"/>
            </a:br>
            <a:r>
              <a:rPr altLang="en-US" sz="2400" lang="tr-TR"/>
              <a:t>short</a:t>
            </a:r>
          </a:p>
          <a:p>
            <a:pPr indent="0" lvl="0" marL="0">
              <a:buFontTx/>
              <a:buNone/>
            </a:pPr>
            <a:r>
              <a:rPr altLang="en-US" sz="2400" lang="tr-TR"/>
              <a:t>far</a:t>
            </a:r>
            <a:br>
              <a:rPr altLang="en-US" sz="2400" lang="tr-TR"/>
            </a:br>
            <a:r>
              <a:rPr altLang="en-US" sz="2400" lang="tr-TR"/>
              <a:t>expensive</a:t>
            </a:r>
            <a:br>
              <a:rPr altLang="en-US" sz="2400" lang="tr-TR"/>
            </a:br>
            <a:r>
              <a:rPr altLang="en-US" sz="2400" lang="tr-TR"/>
              <a:t>easy</a:t>
            </a:r>
          </a:p>
          <a:p>
            <a:pPr indent="0" lvl="0" marL="0">
              <a:buFontTx/>
              <a:buNone/>
            </a:pPr>
            <a:r>
              <a:rPr altLang="en-US" sz="2400" lang="tr-TR"/>
              <a:t>Small</a:t>
            </a:r>
          </a:p>
          <a:p>
            <a:pPr indent="0" lvl="0" marL="0">
              <a:buFontTx/>
              <a:buNone/>
            </a:pPr>
            <a:r>
              <a:rPr altLang="en-US" sz="2400" lang="tr-TR"/>
              <a:t>good</a:t>
            </a:r>
          </a:p>
          <a:p>
            <a:pPr indent="0" lvl="0" marL="0">
              <a:buFontTx/>
              <a:buNone/>
            </a:pPr>
            <a:r>
              <a:rPr altLang="en-US" sz="2400" lang="tr-TR"/>
              <a:t>high</a:t>
            </a:r>
          </a:p>
          <a:p>
            <a:pPr indent="0" lvl="0" marL="0">
              <a:buFontTx/>
              <a:buNone/>
            </a:pPr>
            <a:r>
              <a:rPr altLang="en-US" sz="2400" lang="tr-TR"/>
              <a:t>beautiful</a:t>
            </a:r>
          </a:p>
          <a:p>
            <a:pPr indent="0" lvl="0" marL="0">
              <a:buFontTx/>
              <a:buNone/>
            </a:pPr>
            <a:r>
              <a:rPr altLang="en-US" sz="2400" lang="tr-TR"/>
              <a:t>bad</a:t>
            </a:r>
          </a:p>
          <a:p>
            <a:pPr indent="0" lvl="0" marL="0">
              <a:buFontTx/>
              <a:buNone/>
            </a:pPr>
            <a:endParaRPr altLang="en-US" sz="2400" lang="tr-TR"/>
          </a:p>
        </p:txBody>
      </p:sp>
      <p:sp>
        <p:nvSpPr>
          <p:cNvPr id="1048715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716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717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5</a:t>
            </a:fld>
            <a:endParaRPr altLang="en-US" sz="1400" lang="tr-TR"/>
          </a:p>
        </p:txBody>
      </p:sp>
      <p:cxnSp>
        <p:nvCxnSpPr>
          <p:cNvPr id="3145728" name="Straight Arrow Connector 6"/>
          <p:cNvCxnSpPr>
            <a:cxnSpLocks/>
          </p:cNvCxnSpPr>
          <p:nvPr/>
        </p:nvCxnSpPr>
        <p:spPr>
          <a:xfrm rot="0">
            <a:off x="2428875" y="1357312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29" name="Straight Arrow Connector 7"/>
          <p:cNvCxnSpPr>
            <a:cxnSpLocks/>
          </p:cNvCxnSpPr>
          <p:nvPr/>
        </p:nvCxnSpPr>
        <p:spPr>
          <a:xfrm rot="0">
            <a:off x="1643062" y="1643062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30" name="Straight Arrow Connector 8"/>
          <p:cNvCxnSpPr>
            <a:cxnSpLocks/>
          </p:cNvCxnSpPr>
          <p:nvPr/>
        </p:nvCxnSpPr>
        <p:spPr>
          <a:xfrm rot="0">
            <a:off x="1285875" y="2071687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31" name="Straight Arrow Connector 9"/>
          <p:cNvCxnSpPr>
            <a:cxnSpLocks/>
          </p:cNvCxnSpPr>
          <p:nvPr/>
        </p:nvCxnSpPr>
        <p:spPr>
          <a:xfrm rot="0">
            <a:off x="2214562" y="2500312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32" name="Straight Arrow Connector 10"/>
          <p:cNvCxnSpPr>
            <a:cxnSpLocks/>
          </p:cNvCxnSpPr>
          <p:nvPr/>
        </p:nvCxnSpPr>
        <p:spPr>
          <a:xfrm rot="0">
            <a:off x="1500187" y="2786062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33" name="Straight Arrow Connector 11"/>
          <p:cNvCxnSpPr>
            <a:cxnSpLocks/>
          </p:cNvCxnSpPr>
          <p:nvPr/>
        </p:nvCxnSpPr>
        <p:spPr>
          <a:xfrm rot="0">
            <a:off x="1571625" y="3214687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34" name="Straight Arrow Connector 12"/>
          <p:cNvCxnSpPr>
            <a:cxnSpLocks/>
          </p:cNvCxnSpPr>
          <p:nvPr/>
        </p:nvCxnSpPr>
        <p:spPr>
          <a:xfrm rot="0">
            <a:off x="1500187" y="3643312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35" name="Straight Arrow Connector 13"/>
          <p:cNvCxnSpPr>
            <a:cxnSpLocks/>
          </p:cNvCxnSpPr>
          <p:nvPr/>
        </p:nvCxnSpPr>
        <p:spPr>
          <a:xfrm rot="0">
            <a:off x="1571625" y="4143375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36" name="Straight Arrow Connector 14"/>
          <p:cNvCxnSpPr>
            <a:cxnSpLocks/>
          </p:cNvCxnSpPr>
          <p:nvPr/>
        </p:nvCxnSpPr>
        <p:spPr>
          <a:xfrm rot="0">
            <a:off x="1357312" y="5000625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37" name="Straight Arrow Connector 15"/>
          <p:cNvCxnSpPr>
            <a:cxnSpLocks/>
          </p:cNvCxnSpPr>
          <p:nvPr/>
        </p:nvCxnSpPr>
        <p:spPr>
          <a:xfrm rot="0">
            <a:off x="2071687" y="4572000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0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721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722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6</a:t>
            </a:fld>
            <a:endParaRPr altLang="en-US" sz="1400" lang="tr-TR"/>
          </a:p>
        </p:txBody>
      </p:sp>
      <p:sp>
        <p:nvSpPr>
          <p:cNvPr id="1048723" name="Rectangle 2"/>
          <p:cNvSpPr/>
          <p:nvPr>
            <p:ph type="title" sz="full" idx="0"/>
          </p:nvPr>
        </p:nvSpPr>
        <p:spPr>
          <a:xfrm rot="0">
            <a:off x="714375" y="1214437"/>
            <a:ext cx="6870700" cy="2665412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algn="l" eaLnBrk="1" hangingPunct="1" lvl="0">
              <a:buFont typeface="Wingdings" pitchFamily="2" charset="2"/>
              <a:buChar char="Ø"/>
            </a:pPr>
            <a:r>
              <a:rPr altLang="en-US" sz="2800" lang="en-US"/>
              <a:t>If you want to compare </a:t>
            </a:r>
            <a:r>
              <a:rPr altLang="en-US" sz="2800" lang="en-US">
                <a:solidFill>
                  <a:schemeClr val="lt2"/>
                </a:solidFill>
              </a:rPr>
              <a:t>three or more</a:t>
            </a:r>
            <a:r>
              <a:rPr altLang="en-US" sz="2800" lang="tr-TR"/>
              <a:t> things</a:t>
            </a:r>
            <a:r>
              <a:rPr altLang="en-US" sz="2800" lang="en-US"/>
              <a:t>, people, etc. you use the</a:t>
            </a:r>
            <a:r>
              <a:rPr altLang="en-US" sz="2800" lang="tr-TR"/>
              <a:t> </a:t>
            </a:r>
            <a:r>
              <a:rPr altLang="en-US" b="1" sz="2800" i="1" lang="en-US" u="sng"/>
              <a:t>Superlative:</a:t>
            </a:r>
            <a:br>
              <a:rPr altLang="en-US" b="1" sz="2800" i="1" lang="tr-TR" u="sng"/>
            </a:br>
            <a:br>
              <a:rPr altLang="en-US" b="1" sz="2800" i="1" lang="tr-TR" u="sng"/>
            </a:br>
            <a:r>
              <a:rPr altLang="en-US" sz="2800" lang="tr-TR"/>
              <a:t>When using </a:t>
            </a:r>
            <a:r>
              <a:rPr altLang="en-US" sz="2800" lang="tr-TR">
                <a:solidFill>
                  <a:schemeClr val="lt2"/>
                </a:solidFill>
              </a:rPr>
              <a:t>short words </a:t>
            </a:r>
            <a:r>
              <a:rPr altLang="en-US" sz="1800" lang="tr-TR">
                <a:solidFill>
                  <a:schemeClr val="lt2"/>
                </a:solidFill>
              </a:rPr>
              <a:t>(one </a:t>
            </a:r>
            <a:r>
              <a:rPr altLang="en-US" sz="2000" lang="tr-TR">
                <a:solidFill>
                  <a:schemeClr val="lt2"/>
                </a:solidFill>
              </a:rPr>
              <a:t>sylabble)</a:t>
            </a:r>
            <a:r>
              <a:rPr altLang="en-US" sz="2800" lang="tr-TR"/>
              <a:t>, we add </a:t>
            </a:r>
            <a:r>
              <a:rPr altLang="en-US" sz="2800" lang="tr-TR">
                <a:solidFill>
                  <a:schemeClr val="lt2"/>
                </a:solidFill>
              </a:rPr>
              <a:t>the</a:t>
            </a:r>
            <a:r>
              <a:rPr altLang="en-US" sz="2800" lang="tr-TR"/>
              <a:t> + adjective + </a:t>
            </a:r>
            <a:r>
              <a:rPr altLang="en-US" sz="2800" lang="tr-TR">
                <a:solidFill>
                  <a:schemeClr val="lt2"/>
                </a:solidFill>
              </a:rPr>
              <a:t>–est.</a:t>
            </a:r>
            <a:br>
              <a:rPr altLang="en-US" sz="2800" lang="en-US"/>
            </a:br>
            <a:br>
              <a:rPr altLang="en-US" sz="2800" lang="en-US"/>
            </a:br>
            <a:endParaRPr altLang="en-US" sz="2800" lang="tr-TR"/>
          </a:p>
        </p:txBody>
      </p:sp>
      <p:sp>
        <p:nvSpPr>
          <p:cNvPr id="1048724" name="Rectangle 3"/>
          <p:cNvSpPr/>
          <p:nvPr>
            <p:ph type="body" sz="full" idx="1"/>
          </p:nvPr>
        </p:nvSpPr>
        <p:spPr>
          <a:xfrm rot="0">
            <a:off x="685800" y="1857375"/>
            <a:ext cx="7696200" cy="9286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>
              <a:lnSpc>
                <a:spcPct val="90000"/>
              </a:lnSpc>
            </a:pPr>
            <a:endParaRPr altLang="en-US" lang="tr-TR"/>
          </a:p>
          <a:p>
            <a:pPr eaLnBrk="1" hangingPunct="1" lvl="0">
              <a:lnSpc>
                <a:spcPct val="90000"/>
              </a:lnSpc>
            </a:pPr>
            <a:endParaRPr altLang="en-US" lang="tr-TR"/>
          </a:p>
          <a:p>
            <a:pPr eaLnBrk="1" hangingPunct="1" lvl="0">
              <a:lnSpc>
                <a:spcPct val="90000"/>
              </a:lnSpc>
              <a:buFontTx/>
              <a:buNone/>
            </a:pPr>
            <a:r>
              <a:rPr altLang="en-US" lang="tr-TR"/>
              <a:t>ex:</a:t>
            </a:r>
          </a:p>
          <a:p>
            <a:pPr eaLnBrk="1" hangingPunct="1" lvl="0">
              <a:lnSpc>
                <a:spcPct val="90000"/>
              </a:lnSpc>
            </a:pPr>
            <a:r>
              <a:rPr altLang="en-US" sz="2800" lang="tr-TR"/>
              <a:t> Red car is </a:t>
            </a:r>
            <a:r>
              <a:rPr altLang="en-US" sz="2800" lang="tr-TR">
                <a:solidFill>
                  <a:schemeClr val="lt2"/>
                </a:solidFill>
              </a:rPr>
              <a:t>the</a:t>
            </a:r>
            <a:r>
              <a:rPr altLang="en-US" sz="2800" lang="tr-TR"/>
              <a:t> fast</a:t>
            </a:r>
            <a:r>
              <a:rPr altLang="en-US" sz="2800" lang="tr-TR">
                <a:solidFill>
                  <a:schemeClr val="lt2"/>
                </a:solidFill>
              </a:rPr>
              <a:t>est</a:t>
            </a:r>
            <a:r>
              <a:rPr altLang="en-US" sz="2800" lang="tr-TR"/>
              <a:t> </a:t>
            </a:r>
            <a:r>
              <a:rPr altLang="en-US" sz="2800" lang="tr-TR" u="sng"/>
              <a:t>of all </a:t>
            </a:r>
            <a:r>
              <a:rPr altLang="en-US" sz="2800" lang="tr-TR"/>
              <a:t>/ </a:t>
            </a:r>
            <a:r>
              <a:rPr altLang="en-US" sz="2800" lang="tr-TR" u="sng"/>
              <a:t>in the group</a:t>
            </a:r>
          </a:p>
          <a:p>
            <a:pPr eaLnBrk="1" hangingPunct="1" lvl="0">
              <a:lnSpc>
                <a:spcPct val="90000"/>
              </a:lnSpc>
            </a:pPr>
            <a:r>
              <a:rPr altLang="en-US" lang="tr-TR"/>
              <a:t> Dinosaur is </a:t>
            </a:r>
            <a:r>
              <a:rPr altLang="en-US" lang="tr-TR">
                <a:solidFill>
                  <a:schemeClr val="lt2"/>
                </a:solidFill>
              </a:rPr>
              <a:t>the</a:t>
            </a:r>
            <a:r>
              <a:rPr altLang="en-US" lang="tr-TR"/>
              <a:t> tall</a:t>
            </a:r>
            <a:r>
              <a:rPr altLang="en-US" lang="tr-TR">
                <a:solidFill>
                  <a:schemeClr val="lt2"/>
                </a:solidFill>
              </a:rPr>
              <a:t>est.</a:t>
            </a:r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lang="en-US"/>
          </a:p>
          <a:p>
            <a:pPr eaLnBrk="1" hangingPunct="1" lvl="0">
              <a:lnSpc>
                <a:spcPct val="90000"/>
              </a:lnSpc>
              <a:buFontTx/>
              <a:buNone/>
            </a:pPr>
            <a:endParaRPr altLang="en-US" lang="en-US"/>
          </a:p>
        </p:txBody>
      </p:sp>
      <p:pic>
        <p:nvPicPr>
          <p:cNvPr id="2097156" name="Picture 9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215062" y="2786062"/>
            <a:ext cx="1047750" cy="633412"/>
          </a:xfrm>
          <a:prstGeom prst="rect"/>
          <a:noFill/>
          <a:ln>
            <a:noFill/>
          </a:ln>
        </p:spPr>
      </p:pic>
      <p:pic>
        <p:nvPicPr>
          <p:cNvPr id="2097157" name="Picture 10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7358062" y="2643187"/>
            <a:ext cx="1214437" cy="879475"/>
          </a:xfrm>
          <a:prstGeom prst="rect"/>
          <a:noFill/>
          <a:ln>
            <a:noFill/>
          </a:ln>
        </p:spPr>
      </p:pic>
      <p:pic>
        <p:nvPicPr>
          <p:cNvPr id="2097158" name="Picture 11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5143500" y="2571750"/>
            <a:ext cx="1143000" cy="857250"/>
          </a:xfrm>
          <a:prstGeom prst="rect"/>
          <a:noFill/>
          <a:ln>
            <a:noFill/>
          </a:ln>
        </p:spPr>
      </p:pic>
      <p:pic>
        <p:nvPicPr>
          <p:cNvPr id="2097159" name="Picture 13"/>
          <p:cNvPicPr>
            <a:picLocks/>
          </p:cNvPicPr>
          <p:nvPr/>
        </p:nvPicPr>
        <p:blipFill>
          <a:blip xmlns:r="http://schemas.openxmlformats.org/officeDocument/2006/relationships" r:embed="rId4"/>
          <a:srcRect l="0" t="0" r="0" b="0"/>
          <a:stretch>
            <a:fillRect/>
          </a:stretch>
        </p:blipFill>
        <p:spPr>
          <a:xfrm rot="0">
            <a:off x="5143500" y="4286250"/>
            <a:ext cx="1600200" cy="18192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8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729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730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7</a:t>
            </a:fld>
            <a:endParaRPr altLang="en-US" sz="1400" lang="tr-TR"/>
          </a:p>
        </p:txBody>
      </p:sp>
      <p:sp>
        <p:nvSpPr>
          <p:cNvPr id="1048731" name="Rectangle 3"/>
          <p:cNvSpPr/>
          <p:nvPr>
            <p:ph type="body" sz="full" idx="1"/>
          </p:nvPr>
        </p:nvSpPr>
        <p:spPr>
          <a:xfrm rot="0">
            <a:off x="428625" y="1428750"/>
            <a:ext cx="8053387" cy="30289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>
              <a:buFontTx/>
              <a:buNone/>
            </a:pPr>
            <a:r>
              <a:rPr altLang="en-US" lang="tr-TR"/>
              <a:t>ex:</a:t>
            </a:r>
          </a:p>
          <a:p>
            <a:pPr eaLnBrk="1" hangingPunct="1" lvl="0"/>
            <a:r>
              <a:rPr altLang="en-US" sz="2400" lang="tr-TR"/>
              <a:t>He is </a:t>
            </a:r>
            <a:r>
              <a:rPr altLang="en-US" b="1" sz="2400" lang="tr-TR">
                <a:solidFill>
                  <a:schemeClr val="lt2"/>
                </a:solidFill>
              </a:rPr>
              <a:t>the most intelligent</a:t>
            </a:r>
            <a:r>
              <a:rPr altLang="en-US" sz="2400" lang="tr-TR"/>
              <a:t> </a:t>
            </a:r>
          </a:p>
          <a:p>
            <a:pPr eaLnBrk="1" hangingPunct="1" lvl="0">
              <a:buFontTx/>
              <a:buNone/>
            </a:pPr>
            <a:r>
              <a:rPr altLang="en-US" sz="2400" lang="tr-TR"/>
              <a:t>   Student in the class.</a:t>
            </a:r>
          </a:p>
          <a:p>
            <a:pPr eaLnBrk="1" hangingPunct="1" lvl="0"/>
            <a:r>
              <a:rPr altLang="en-US" sz="2400" lang="tr-TR"/>
              <a:t>She is </a:t>
            </a:r>
            <a:r>
              <a:rPr altLang="en-US" b="1" sz="2400" lang="tr-TR">
                <a:solidFill>
                  <a:schemeClr val="lt2"/>
                </a:solidFill>
              </a:rPr>
              <a:t>the most beautiful </a:t>
            </a:r>
            <a:r>
              <a:rPr altLang="en-US" sz="2400" lang="tr-TR"/>
              <a:t>girl in</a:t>
            </a:r>
          </a:p>
          <a:p>
            <a:pPr eaLnBrk="1" hangingPunct="1" lvl="0">
              <a:buFontTx/>
              <a:buNone/>
            </a:pPr>
            <a:r>
              <a:rPr altLang="en-US" sz="2400" lang="tr-TR"/>
              <a:t>   the world.</a:t>
            </a:r>
          </a:p>
          <a:p>
            <a:pPr eaLnBrk="1" hangingPunct="1" lvl="0">
              <a:buFontTx/>
              <a:buNone/>
            </a:pPr>
            <a:endParaRPr altLang="en-US" sz="2800" lang="tr-TR"/>
          </a:p>
        </p:txBody>
      </p:sp>
      <p:sp>
        <p:nvSpPr>
          <p:cNvPr id="1048732" name="Title 6"/>
          <p:cNvSpPr/>
          <p:nvPr>
            <p:ph type="title" sz="full" idx="0"/>
          </p:nvPr>
        </p:nvSpPr>
        <p:spPr>
          <a:xfrm rot="0">
            <a:off x="685800" y="152400"/>
            <a:ext cx="6870700" cy="1133475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algn="l" lvl="0">
              <a:buFont typeface="Wingdings" pitchFamily="2" charset="2"/>
              <a:buChar char="Ø"/>
            </a:pPr>
            <a:r>
              <a:rPr altLang="en-US" sz="2800" lang="tr-TR"/>
              <a:t>When using </a:t>
            </a:r>
            <a:r>
              <a:rPr altLang="en-US" sz="2800" lang="tr-TR">
                <a:solidFill>
                  <a:schemeClr val="lt2"/>
                </a:solidFill>
              </a:rPr>
              <a:t>long</a:t>
            </a:r>
            <a:r>
              <a:rPr altLang="en-US" sz="2800" lang="tr-TR"/>
              <a:t> words</a:t>
            </a:r>
            <a:r>
              <a:rPr altLang="en-US" sz="2000" lang="tr-TR"/>
              <a:t>( three or more syllables)</a:t>
            </a:r>
            <a:r>
              <a:rPr altLang="en-US" sz="2800" lang="tr-TR"/>
              <a:t> we add </a:t>
            </a:r>
            <a:r>
              <a:rPr altLang="en-US" sz="2800" lang="tr-TR">
                <a:solidFill>
                  <a:schemeClr val="lt2"/>
                </a:solidFill>
              </a:rPr>
              <a:t>the most </a:t>
            </a:r>
            <a:r>
              <a:rPr altLang="en-US" sz="2800" lang="tr-TR"/>
              <a:t>+ </a:t>
            </a:r>
            <a:r>
              <a:rPr altLang="en-US" sz="2800" lang="tr-TR">
                <a:solidFill>
                  <a:schemeClr val="lt2"/>
                </a:solidFill>
              </a:rPr>
              <a:t>adjective</a:t>
            </a:r>
          </a:p>
        </p:txBody>
      </p:sp>
      <p:pic>
        <p:nvPicPr>
          <p:cNvPr id="2097160" name="Picture 9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857750" y="1428750"/>
            <a:ext cx="1236662" cy="1143000"/>
          </a:xfrm>
          <a:prstGeom prst="rect"/>
          <a:noFill/>
          <a:ln>
            <a:noFill/>
          </a:ln>
        </p:spPr>
      </p:pic>
      <p:pic>
        <p:nvPicPr>
          <p:cNvPr id="2097161" name="Picture 10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5929312" y="2643187"/>
            <a:ext cx="1143000" cy="1341437"/>
          </a:xfrm>
          <a:prstGeom prst="rect"/>
          <a:noFill/>
          <a:ln>
            <a:noFill/>
          </a:ln>
        </p:spPr>
      </p:pic>
      <p:pic>
        <p:nvPicPr>
          <p:cNvPr id="2097162" name="Rounded Rectangle 10"/>
          <p:cNvPicPr>
            <a:picLocks/>
          </p:cNvPicPr>
          <p:nvPr/>
        </p:nvPicPr>
        <p:blipFill>
          <a:blip xmlns:r="http://schemas.openxmlformats.org/officeDocument/2006/relationships" r:embed="rId3"/>
          <a:srcRect l="0" t="0" r="0" b="0"/>
          <a:stretch>
            <a:fillRect/>
          </a:stretch>
        </p:blipFill>
        <p:spPr>
          <a:xfrm rot="0">
            <a:off x="695325" y="3767137"/>
            <a:ext cx="7040562" cy="23955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36" name="Title 1"/>
          <p:cNvSpPr/>
          <p:nvPr>
            <p:ph type="title" sz="full" idx="0"/>
          </p:nvPr>
        </p:nvSpPr>
        <p:spPr>
          <a:xfrm rot="0">
            <a:off x="722312" y="1214437"/>
            <a:ext cx="7772400" cy="45545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algn="l" lvl="0"/>
            <a:r>
              <a:rPr altLang="en-US" sz="2800" lang="tr-TR"/>
              <a:t>creative </a:t>
            </a:r>
            <a:br>
              <a:rPr altLang="en-US" sz="2800" lang="tr-TR"/>
            </a:br>
            <a:r>
              <a:rPr altLang="en-US" sz="2800" lang="tr-TR"/>
              <a:t>tidy</a:t>
            </a:r>
            <a:br>
              <a:rPr altLang="en-US" sz="2800" lang="tr-TR"/>
            </a:br>
            <a:r>
              <a:rPr altLang="en-US" sz="2800" lang="tr-TR"/>
              <a:t>far</a:t>
            </a:r>
            <a:br>
              <a:rPr altLang="en-US" sz="2800" lang="tr-TR"/>
            </a:br>
            <a:r>
              <a:rPr altLang="en-US" sz="2800" lang="tr-TR"/>
              <a:t>important</a:t>
            </a:r>
            <a:br>
              <a:rPr altLang="en-US" sz="2800" lang="tr-TR"/>
            </a:br>
            <a:r>
              <a:rPr altLang="en-US" sz="2800" lang="tr-TR"/>
              <a:t>messy</a:t>
            </a:r>
            <a:br>
              <a:rPr altLang="en-US" sz="2800" lang="tr-TR"/>
            </a:br>
            <a:r>
              <a:rPr altLang="en-US" sz="2800" lang="tr-TR"/>
              <a:t>big</a:t>
            </a:r>
            <a:br>
              <a:rPr altLang="en-US" sz="2800" lang="tr-TR"/>
            </a:br>
            <a:r>
              <a:rPr altLang="en-US" sz="2800" lang="tr-TR"/>
              <a:t>good</a:t>
            </a:r>
            <a:br>
              <a:rPr altLang="en-US" sz="2800" lang="tr-TR"/>
            </a:br>
            <a:r>
              <a:rPr altLang="en-US" sz="2800" lang="tr-TR"/>
              <a:t>noisy</a:t>
            </a:r>
            <a:br>
              <a:rPr altLang="en-US" sz="2800" lang="tr-TR"/>
            </a:br>
            <a:r>
              <a:rPr altLang="en-US" sz="2800" lang="tr-TR"/>
              <a:t>handsome</a:t>
            </a:r>
            <a:br>
              <a:rPr altLang="en-US" sz="2800" lang="tr-TR"/>
            </a:br>
            <a:r>
              <a:rPr altLang="en-US" sz="2800" lang="tr-TR"/>
              <a:t>bad</a:t>
            </a:r>
            <a:br>
              <a:rPr altLang="en-US" b="1" sz="4000" lang="tr-TR"/>
            </a:br>
            <a:endParaRPr altLang="en-US" b="1" sz="4000" lang="tr-TR"/>
          </a:p>
        </p:txBody>
      </p:sp>
      <p:sp>
        <p:nvSpPr>
          <p:cNvPr id="1048737" name="Text Placeholder 2"/>
          <p:cNvSpPr/>
          <p:nvPr>
            <p:ph type="body" sz="full" idx="1"/>
          </p:nvPr>
        </p:nvSpPr>
        <p:spPr>
          <a:xfrm rot="0">
            <a:off x="357187" y="285750"/>
            <a:ext cx="7708900" cy="714375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indent="0" lvl="0" marL="0">
              <a:buFont typeface="Wingdings" pitchFamily="2" charset="2"/>
              <a:buChar char="Ø"/>
            </a:pPr>
            <a:r>
              <a:rPr altLang="en-US" sz="2800" lang="tr-TR"/>
              <a:t>Write sentences using the words below:</a:t>
            </a:r>
          </a:p>
        </p:txBody>
      </p:sp>
      <p:sp>
        <p:nvSpPr>
          <p:cNvPr id="1048738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739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740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8</a:t>
            </a:fld>
            <a:endParaRPr altLang="en-US" sz="1400" lang="tr-TR"/>
          </a:p>
        </p:txBody>
      </p:sp>
      <p:cxnSp>
        <p:nvCxnSpPr>
          <p:cNvPr id="3145738" name="Straight Arrow Connector 8"/>
          <p:cNvCxnSpPr>
            <a:cxnSpLocks/>
          </p:cNvCxnSpPr>
          <p:nvPr/>
        </p:nvCxnSpPr>
        <p:spPr>
          <a:xfrm rot="0">
            <a:off x="2786062" y="1571625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39" name="Straight Arrow Connector 9"/>
          <p:cNvCxnSpPr>
            <a:cxnSpLocks/>
          </p:cNvCxnSpPr>
          <p:nvPr/>
        </p:nvCxnSpPr>
        <p:spPr>
          <a:xfrm rot="0">
            <a:off x="2143125" y="2000250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40" name="Straight Arrow Connector 10"/>
          <p:cNvCxnSpPr>
            <a:cxnSpLocks/>
          </p:cNvCxnSpPr>
          <p:nvPr/>
        </p:nvCxnSpPr>
        <p:spPr>
          <a:xfrm rot="0">
            <a:off x="2143125" y="2357437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41" name="Straight Arrow Connector 11"/>
          <p:cNvCxnSpPr>
            <a:cxnSpLocks/>
          </p:cNvCxnSpPr>
          <p:nvPr/>
        </p:nvCxnSpPr>
        <p:spPr>
          <a:xfrm rot="0">
            <a:off x="2714625" y="2786062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42" name="Straight Arrow Connector 12"/>
          <p:cNvCxnSpPr>
            <a:cxnSpLocks/>
          </p:cNvCxnSpPr>
          <p:nvPr/>
        </p:nvCxnSpPr>
        <p:spPr>
          <a:xfrm rot="0">
            <a:off x="2286000" y="3286125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43" name="Straight Arrow Connector 13"/>
          <p:cNvCxnSpPr>
            <a:cxnSpLocks/>
          </p:cNvCxnSpPr>
          <p:nvPr/>
        </p:nvCxnSpPr>
        <p:spPr>
          <a:xfrm rot="0">
            <a:off x="2286000" y="3643312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44" name="Straight Arrow Connector 14"/>
          <p:cNvCxnSpPr>
            <a:cxnSpLocks/>
          </p:cNvCxnSpPr>
          <p:nvPr/>
        </p:nvCxnSpPr>
        <p:spPr>
          <a:xfrm rot="0">
            <a:off x="2143125" y="4143375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45" name="Straight Arrow Connector 15"/>
          <p:cNvCxnSpPr>
            <a:cxnSpLocks/>
          </p:cNvCxnSpPr>
          <p:nvPr/>
        </p:nvCxnSpPr>
        <p:spPr>
          <a:xfrm rot="0">
            <a:off x="2214562" y="4572000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46" name="Straight Arrow Connector 16"/>
          <p:cNvCxnSpPr>
            <a:cxnSpLocks/>
          </p:cNvCxnSpPr>
          <p:nvPr/>
        </p:nvCxnSpPr>
        <p:spPr>
          <a:xfrm rot="0">
            <a:off x="2428875" y="5000625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  <p:cxnSp>
        <p:nvCxnSpPr>
          <p:cNvPr id="3145747" name="Straight Arrow Connector 17"/>
          <p:cNvCxnSpPr>
            <a:cxnSpLocks/>
          </p:cNvCxnSpPr>
          <p:nvPr/>
        </p:nvCxnSpPr>
        <p:spPr>
          <a:xfrm rot="0">
            <a:off x="2000250" y="5357812"/>
            <a:ext cx="1571625" cy="1587"/>
          </a:xfrm>
          <a:prstGeom prst="straightConnector1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1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742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743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9</a:t>
            </a:fld>
            <a:endParaRPr altLang="en-US" sz="1400" lang="tr-TR"/>
          </a:p>
        </p:txBody>
      </p:sp>
      <p:sp>
        <p:nvSpPr>
          <p:cNvPr id="1048744" name="Rectangle 2"/>
          <p:cNvSpPr/>
          <p:nvPr>
            <p:ph type="title" sz="full" idx="0"/>
          </p:nvPr>
        </p:nvSpPr>
        <p:spPr>
          <a:xfrm rot="0">
            <a:off x="250825" y="765175"/>
            <a:ext cx="8208962" cy="3063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eaLnBrk="1" hangingPunct="1" lvl="0"/>
            <a:r>
              <a:rPr altLang="en-US" sz="4000" lang="tr-TR"/>
              <a:t>Short Adjectives</a:t>
            </a:r>
          </a:p>
        </p:txBody>
      </p:sp>
      <p:graphicFrame>
        <p:nvGraphicFramePr>
          <p:cNvPr id="4194304" name=""/>
          <p:cNvGraphicFramePr>
            <a:graphicFrameLocks/>
          </p:cNvGraphicFramePr>
          <p:nvPr/>
        </p:nvGraphicFramePr>
        <p:xfrm rot="0">
          <a:off x="714375" y="1500187"/>
          <a:ext cx="7773987" cy="2849562"/>
        </p:xfrm>
        <a:graphic>
          <a:graphicData uri="http://schemas.openxmlformats.org/drawingml/2006/table">
            <a:tbl>
              <a:tblPr/>
              <a:tblGrid>
                <a:gridCol w="1766887"/>
                <a:gridCol w="1766887"/>
                <a:gridCol w="2035174"/>
                <a:gridCol w="2205037"/>
              </a:tblGrid>
              <a:tr h="474662">
                <a:tc>
                  <a:txBody>
                    <a:bodyPr/>
                    <a:p>
                      <a:pPr algn="ctr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No. Syllables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ctr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Adjective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ctr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Comparative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ctr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Superlative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474662">
                <a:tc>
                  <a:txBody>
                    <a:bodyPr/>
                    <a:p>
                      <a:pPr algn="ctr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1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short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shor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ter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the short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est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476249">
                <a:tc>
                  <a:txBody>
                    <a:bodyPr/>
                    <a:p>
                      <a:pPr algn="ctr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1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high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high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er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the high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est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474662">
                <a:tc>
                  <a:txBody>
                    <a:bodyPr/>
                    <a:p>
                      <a:pPr algn="ctr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1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cold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cold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er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the cold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est</a:t>
                      </a:r>
                      <a:r>
                        <a:rPr altLang="en-US" b="1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 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474662">
                <a:tc>
                  <a:txBody>
                    <a:bodyPr/>
                    <a:p>
                      <a:pPr algn="ctr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2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simple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simpl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er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the simpl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est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  <a:tr h="474662">
                <a:tc>
                  <a:txBody>
                    <a:bodyPr/>
                    <a:p>
                      <a:pPr algn="ctr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2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clever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clever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er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p>
                      <a:pPr algn="l" eaLnBrk="1" hangingPunct="1" indent="-342900" lvl="0" marL="342900"/>
                      <a:r>
                        <a:rPr altLang="en-US" b="0" sz="2000" lang="en-US">
                          <a:solidFill>
                            <a:schemeClr val="dk1"/>
                          </a:solidFill>
                          <a:ea typeface="Times New Roman" pitchFamily="18" charset="0"/>
                        </a:rPr>
                        <a:t>the clever</a:t>
                      </a:r>
                      <a:r>
                        <a:rPr altLang="en-US" b="1" sz="2000" lang="en-US">
                          <a:solidFill>
                            <a:schemeClr val="lt2"/>
                          </a:solidFill>
                          <a:ea typeface="Times New Roman" pitchFamily="18" charset="0"/>
                        </a:rPr>
                        <a:t>est</a:t>
                      </a:r>
                    </a:p>
                  </a:txBody>
                  <a:tcPr marL="91440" marR="91440" marT="45720" marB="45720" anchor="t" vert="horz">
                    <a:lnL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9525" cap="flat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6" name="Title 1"/>
          <p:cNvSpPr/>
          <p:nvPr>
            <p:ph type="title" sz="full" idx="0"/>
          </p:nvPr>
        </p:nvSpPr>
        <p:spPr>
          <a:xfrm rot="0">
            <a:off x="685800" y="152400"/>
            <a:ext cx="7172325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lvl="0"/>
            <a:r>
              <a:rPr altLang="en-US" lang="tr-TR"/>
              <a:t>Long Adjectives</a:t>
            </a:r>
          </a:p>
        </p:txBody>
      </p:sp>
      <p:sp>
        <p:nvSpPr>
          <p:cNvPr id="1048787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788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789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10</a:t>
            </a:fld>
            <a:endParaRPr altLang="en-US" sz="1400" lang="tr-TR"/>
          </a:p>
        </p:txBody>
      </p:sp>
      <p:graphicFrame>
        <p:nvGraphicFramePr>
          <p:cNvPr id="4194305" name=""/>
          <p:cNvGraphicFramePr>
            <a:graphicFrameLocks/>
          </p:cNvGraphicFramePr>
          <p:nvPr/>
        </p:nvGraphicFramePr>
        <p:xfrm rot="0">
          <a:off x="571500" y="1785937"/>
          <a:ext cx="8124825" cy="3743325"/>
        </p:xfrm>
        <a:graphic>
          <a:graphicData uri="http://schemas.openxmlformats.org/drawingml/2006/table">
            <a:tbl>
              <a:tblPr/>
              <a:tblGrid>
                <a:gridCol w="2030412"/>
                <a:gridCol w="2032000"/>
                <a:gridCol w="2030412"/>
                <a:gridCol w="2032000"/>
              </a:tblGrid>
              <a:tr h="623887">
                <a:tc>
                  <a:txBody>
                    <a:bodyPr/>
                    <a:p>
                      <a:pPr algn="l" eaLnBrk="1" hangingPunct="1" lvl="0"/>
                      <a:r>
                        <a:rPr altLang="en-US" b="1" sz="1800" lang="tr-TR">
                          <a:solidFill>
                            <a:schemeClr val="dk1"/>
                          </a:solidFill>
                        </a:rPr>
                        <a:t>No of syllables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1" sz="1800" lang="tr-TR">
                          <a:solidFill>
                            <a:schemeClr val="dk1"/>
                          </a:solidFill>
                        </a:rPr>
                        <a:t>Adjective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1" sz="1800" lang="tr-TR">
                          <a:solidFill>
                            <a:schemeClr val="dk1"/>
                          </a:solidFill>
                        </a:rPr>
                        <a:t>Comparative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1" sz="1800" lang="tr-TR">
                          <a:solidFill>
                            <a:schemeClr val="dk1"/>
                          </a:solidFill>
                        </a:rPr>
                        <a:t>Superlative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chemeClr val="accent1"/>
                    </a:solidFill>
                  </a:tcPr>
                </a:tc>
              </a:tr>
              <a:tr h="623887">
                <a:tc>
                  <a:txBody>
                    <a:bodyPr/>
                    <a:p>
                      <a:pPr algn="ctr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interesting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more interesting   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most interesting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</a:tr>
              <a:tr h="623887">
                <a:tc>
                  <a:txBody>
                    <a:bodyPr/>
                    <a:p>
                      <a:pPr algn="ctr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CEA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beautiful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CEA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more beautiful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CEA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most beautiful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CEA"/>
                    </a:solidFill>
                  </a:tcPr>
                </a:tc>
              </a:tr>
              <a:tr h="623887">
                <a:tc>
                  <a:txBody>
                    <a:bodyPr/>
                    <a:p>
                      <a:pPr algn="ctr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intelligent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more intelligent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most intelligent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</a:tr>
              <a:tr h="623887">
                <a:tc>
                  <a:txBody>
                    <a:bodyPr/>
                    <a:p>
                      <a:pPr algn="ctr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CEA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expensive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CEA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more expensive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CEA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most expensive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CEA"/>
                    </a:solidFill>
                  </a:tcPr>
                </a:tc>
              </a:tr>
              <a:tr h="623887">
                <a:tc>
                  <a:txBody>
                    <a:bodyPr/>
                    <a:p>
                      <a:pPr algn="ctr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dangerous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more dangerous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  <a:tc>
                  <a:txBody>
                    <a:bodyPr/>
                    <a:p>
                      <a:pPr algn="l" eaLnBrk="1" hangingPunct="1" lvl="0"/>
                      <a:r>
                        <a:rPr altLang="en-US" b="0" sz="1800" lang="tr-TR">
                          <a:solidFill>
                            <a:srgbClr val="000000"/>
                          </a:solidFill>
                        </a:rPr>
                        <a:t>most dangerous</a:t>
                      </a:r>
                    </a:p>
                  </a:txBody>
                  <a:tcPr marL="91440" marR="91440" marT="45720" marB="45720" anchor="t" vert="horz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FF9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26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827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828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11</a:t>
            </a:fld>
            <a:endParaRPr altLang="en-US" sz="1400" lang="tr-TR"/>
          </a:p>
        </p:txBody>
      </p:sp>
      <p:sp>
        <p:nvSpPr>
          <p:cNvPr id="1048829" name="Rectangle 3"/>
          <p:cNvSpPr/>
          <p:nvPr>
            <p:ph type="body" sz="full" idx="1"/>
          </p:nvPr>
        </p:nvSpPr>
        <p:spPr>
          <a:xfrm rot="0">
            <a:off x="685800" y="1828800"/>
            <a:ext cx="7696200" cy="3657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r>
              <a:rPr altLang="en-US" b="1" lang="en-US"/>
              <a:t>i</a:t>
            </a:r>
            <a:r>
              <a:rPr altLang="en-US" b="1" lang="tr-TR"/>
              <a:t>ntelligent</a:t>
            </a:r>
          </a:p>
          <a:p>
            <a:pPr eaLnBrk="1" hangingPunct="1" lvl="0"/>
            <a:r>
              <a:rPr altLang="en-US" b="1" lang="tr-TR"/>
              <a:t>funny</a:t>
            </a:r>
            <a:r>
              <a:rPr altLang="en-US" lang="en-US"/>
              <a:t> </a:t>
            </a:r>
          </a:p>
          <a:p>
            <a:pPr eaLnBrk="1" hangingPunct="1" lvl="0"/>
            <a:r>
              <a:rPr altLang="en-US" b="1" lang="tr-TR"/>
              <a:t>carefull</a:t>
            </a:r>
            <a:r>
              <a:rPr altLang="en-US" lang="en-US"/>
              <a:t> </a:t>
            </a:r>
          </a:p>
          <a:p>
            <a:pPr eaLnBrk="1" hangingPunct="1" lvl="0"/>
            <a:r>
              <a:rPr altLang="en-US" b="1" lang="tr-TR"/>
              <a:t>small</a:t>
            </a:r>
            <a:r>
              <a:rPr altLang="en-US" lang="en-US"/>
              <a:t> </a:t>
            </a:r>
          </a:p>
          <a:p>
            <a:pPr eaLnBrk="1" hangingPunct="1" lvl="0"/>
            <a:r>
              <a:rPr altLang="en-US" b="1" lang="tr-TR"/>
              <a:t>boring</a:t>
            </a:r>
            <a:r>
              <a:rPr altLang="en-US" lang="tr-TR"/>
              <a:t> </a:t>
            </a:r>
          </a:p>
        </p:txBody>
      </p:sp>
      <p:sp>
        <p:nvSpPr>
          <p:cNvPr id="1048830" name="Line 4"/>
          <p:cNvSpPr/>
          <p:nvPr/>
        </p:nvSpPr>
        <p:spPr>
          <a:xfrm rot="0">
            <a:off x="3203575" y="2133600"/>
            <a:ext cx="1512887" cy="0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831" name="Line 5"/>
          <p:cNvSpPr/>
          <p:nvPr/>
        </p:nvSpPr>
        <p:spPr>
          <a:xfrm rot="0">
            <a:off x="3203575" y="2708275"/>
            <a:ext cx="1439862" cy="0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832" name="Line 6"/>
          <p:cNvSpPr/>
          <p:nvPr/>
        </p:nvSpPr>
        <p:spPr>
          <a:xfrm rot="0">
            <a:off x="3203575" y="3429000"/>
            <a:ext cx="1512887" cy="0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833" name="Line 7"/>
          <p:cNvSpPr/>
          <p:nvPr/>
        </p:nvSpPr>
        <p:spPr>
          <a:xfrm rot="0">
            <a:off x="3132137" y="3860800"/>
            <a:ext cx="1655762" cy="0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834" name="Line 8"/>
          <p:cNvSpPr/>
          <p:nvPr/>
        </p:nvSpPr>
        <p:spPr>
          <a:xfrm rot="0" flipV="1">
            <a:off x="2771775" y="4581525"/>
            <a:ext cx="2087562" cy="0"/>
          </a:xfrm>
          <a:prstGeom prst="line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835" name="Rectangle 9"/>
          <p:cNvSpPr/>
          <p:nvPr>
            <p:ph type="title" sz="full" idx="0"/>
          </p:nvPr>
        </p:nvSpPr>
        <p:spPr>
          <a:xfrm rot="0">
            <a:off x="685800" y="152400"/>
            <a:ext cx="6870700" cy="118903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algn="l" eaLnBrk="1" hangingPunct="1" lvl="0">
              <a:buFont typeface="Wingdings" pitchFamily="2" charset="2"/>
              <a:buChar char="Ø"/>
            </a:pPr>
            <a:r>
              <a:rPr altLang="en-US" sz="2500" lang="tr-TR"/>
              <a:t> </a:t>
            </a:r>
            <a:r>
              <a:rPr altLang="en-US" sz="2500" lang="en-US"/>
              <a:t>Write the </a:t>
            </a:r>
            <a:r>
              <a:rPr altLang="en-US" b="1" sz="2500" lang="en-US" u="sng"/>
              <a:t>comparative</a:t>
            </a:r>
            <a:r>
              <a:rPr altLang="en-US" sz="2500" lang="tr-TR"/>
              <a:t> form of the given  </a:t>
            </a:r>
            <a:br>
              <a:rPr altLang="en-US" sz="2500" lang="tr-TR"/>
            </a:br>
            <a:r>
              <a:rPr altLang="en-US" sz="2500" lang="tr-TR"/>
              <a:t>    </a:t>
            </a:r>
            <a:r>
              <a:rPr altLang="en-US" sz="2500" lang="en-US"/>
              <a:t>adjectives</a:t>
            </a:r>
            <a:r>
              <a:rPr altLang="en-US" sz="2500" lang="tr-TR"/>
              <a:t>:</a:t>
            </a:r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39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840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841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12</a:t>
            </a:fld>
            <a:endParaRPr altLang="en-US" sz="1400" lang="tr-TR"/>
          </a:p>
        </p:txBody>
      </p:sp>
      <p:sp>
        <p:nvSpPr>
          <p:cNvPr id="1048842" name="Rectangle 2"/>
          <p:cNvSpPr/>
          <p:nvPr>
            <p:ph type="title" sz="full" idx="0"/>
          </p:nvPr>
        </p:nvSpPr>
        <p:spPr>
          <a:xfrm rot="0">
            <a:off x="755650" y="0"/>
            <a:ext cx="6870700" cy="1600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eaLnBrk="1" hangingPunct="1" lvl="0"/>
            <a:r>
              <a:rPr altLang="en-US" lang="en-US"/>
              <a:t>Which of the adjectives are irregular</a:t>
            </a:r>
            <a:r>
              <a:rPr altLang="en-US" lang="tr-TR">
                <a:solidFill>
                  <a:schemeClr val="lt2"/>
                </a:solidFill>
              </a:rPr>
              <a:t>?</a:t>
            </a:r>
          </a:p>
        </p:txBody>
      </p:sp>
      <p:sp>
        <p:nvSpPr>
          <p:cNvPr id="1048843" name="Rectangle 3"/>
          <p:cNvSpPr/>
          <p:nvPr>
            <p:ph type="body" sz="full" idx="1"/>
          </p:nvPr>
        </p:nvSpPr>
        <p:spPr>
          <a:xfrm rot="0">
            <a:off x="685800" y="1828800"/>
            <a:ext cx="7696200" cy="44084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r>
              <a:rPr altLang="en-US" sz="2500" lang="tr-TR"/>
              <a:t>HOT - </a:t>
            </a:r>
            <a:r>
              <a:rPr altLang="en-US" sz="2500" lang="en-US"/>
              <a:t>	</a:t>
            </a:r>
            <a:r>
              <a:rPr altLang="en-US" sz="2500" lang="tr-TR"/>
              <a:t>BIG - </a:t>
            </a:r>
            <a:r>
              <a:rPr altLang="en-US" sz="2500" lang="en-US"/>
              <a:t>		</a:t>
            </a:r>
            <a:r>
              <a:rPr altLang="en-US" sz="2500" lang="tr-TR"/>
              <a:t>COLD - </a:t>
            </a:r>
            <a:r>
              <a:rPr altLang="en-US" sz="2500" lang="en-US"/>
              <a:t>	</a:t>
            </a:r>
            <a:r>
              <a:rPr altLang="en-US" sz="2500" lang="tr-TR"/>
              <a:t>OLD - YOUNG - BAD</a:t>
            </a:r>
            <a:r>
              <a:rPr altLang="en-US" b="1" sz="2500" lang="tr-TR"/>
              <a:t> </a:t>
            </a:r>
            <a:r>
              <a:rPr altLang="en-US" sz="2500" lang="en-US"/>
              <a:t>- 	</a:t>
            </a:r>
            <a:r>
              <a:rPr altLang="en-US" sz="2500" lang="tr-TR"/>
              <a:t>FAST - </a:t>
            </a:r>
            <a:r>
              <a:rPr altLang="en-US" sz="2500" lang="en-US"/>
              <a:t>	</a:t>
            </a:r>
            <a:r>
              <a:rPr altLang="en-US" sz="2500" lang="tr-TR"/>
              <a:t>QUICK - LITTLE - SLOW - </a:t>
            </a:r>
            <a:r>
              <a:rPr altLang="en-US" sz="2500" lang="en-US"/>
              <a:t>	</a:t>
            </a:r>
            <a:r>
              <a:rPr altLang="en-US" sz="2500" lang="tr-TR"/>
              <a:t> </a:t>
            </a:r>
            <a:r>
              <a:rPr altLang="en-US" sz="2500" lang="en-US"/>
              <a:t>	</a:t>
            </a:r>
            <a:r>
              <a:rPr altLang="en-US" sz="2500" lang="tr-TR"/>
              <a:t>SHORT – COOL</a:t>
            </a:r>
            <a:r>
              <a:rPr altLang="en-US" sz="2500" lang="en-US"/>
              <a:t>    - G</a:t>
            </a:r>
            <a:r>
              <a:rPr altLang="en-US" sz="2500" lang="tr-TR"/>
              <a:t>OOD - </a:t>
            </a:r>
            <a:r>
              <a:rPr altLang="en-US" sz="2500" lang="en-US"/>
              <a:t>      </a:t>
            </a:r>
            <a:r>
              <a:rPr altLang="en-US" sz="2500" lang="tr-TR"/>
              <a:t>FAR - </a:t>
            </a:r>
            <a:r>
              <a:rPr altLang="en-US" sz="2500" lang="en-US"/>
              <a:t>	</a:t>
            </a:r>
            <a:r>
              <a:rPr altLang="en-US" sz="2500" lang="tr-TR"/>
              <a:t>SMALL - LONG - </a:t>
            </a:r>
            <a:r>
              <a:rPr altLang="en-US" sz="2500" lang="en-US"/>
              <a:t>    </a:t>
            </a:r>
            <a:r>
              <a:rPr altLang="en-US" sz="2500" lang="tr-TR"/>
              <a:t> </a:t>
            </a:r>
            <a:r>
              <a:rPr altLang="en-US" sz="2500" lang="en-US"/>
              <a:t>	</a:t>
            </a:r>
            <a:r>
              <a:rPr altLang="en-US" sz="2500" lang="tr-TR"/>
              <a:t>LOW – </a:t>
            </a:r>
            <a:r>
              <a:rPr altLang="en-US" sz="2500" lang="en-US"/>
              <a:t>	</a:t>
            </a:r>
            <a:r>
              <a:rPr altLang="en-US" sz="2500" lang="tr-TR"/>
              <a:t>HIGH - WIDE - LARGE - </a:t>
            </a:r>
            <a:r>
              <a:rPr altLang="en-US" sz="2500" lang="en-US"/>
              <a:t>	</a:t>
            </a:r>
            <a:r>
              <a:rPr altLang="en-US" sz="2500" lang="tr-TR"/>
              <a:t>FEW - </a:t>
            </a:r>
            <a:r>
              <a:rPr altLang="en-US" sz="2500" lang="en-US"/>
              <a:t>	</a:t>
            </a:r>
            <a:r>
              <a:rPr altLang="en-US" sz="2500" lang="tr-TR"/>
              <a:t>WARM - SMART </a:t>
            </a:r>
          </a:p>
          <a:p>
            <a:pPr eaLnBrk="1" hangingPunct="1" lvl="0"/>
            <a:endParaRPr altLang="en-US" sz="2500" lang="en-US"/>
          </a:p>
          <a:p>
            <a:pPr eaLnBrk="1" hangingPunct="1" lvl="3">
              <a:buFontTx/>
              <a:buNone/>
            </a:pPr>
            <a:endParaRPr altLang="en-US" sz="2400" lang="tr-TR"/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47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848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849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13</a:t>
            </a:fld>
            <a:endParaRPr altLang="en-US" sz="1400" lang="tr-TR"/>
          </a:p>
        </p:txBody>
      </p:sp>
      <p:sp>
        <p:nvSpPr>
          <p:cNvPr id="1048850" name="Rectangle 2"/>
          <p:cNvSpPr/>
          <p:nvPr>
            <p:ph type="title" sz="full" idx="0"/>
          </p:nvPr>
        </p:nvSpPr>
        <p:spPr>
          <a:xfrm rot="0">
            <a:off x="685800" y="152400"/>
            <a:ext cx="6870700" cy="97313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ct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4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</a:lstStyle>
          <a:p>
            <a:pPr eaLnBrk="1" hangingPunct="1" lvl="0"/>
            <a:r>
              <a:rPr altLang="en-US" lang="en-US">
                <a:solidFill>
                  <a:schemeClr val="lt2"/>
                </a:solidFill>
              </a:rPr>
              <a:t>as ….. as</a:t>
            </a:r>
            <a:r>
              <a:rPr altLang="en-US" lang="tr-TR"/>
              <a:t> </a:t>
            </a:r>
          </a:p>
        </p:txBody>
      </p:sp>
      <p:sp>
        <p:nvSpPr>
          <p:cNvPr id="1048851" name="AutoShape 3"/>
          <p:cNvSpPr/>
          <p:nvPr>
            <p:ph type="body" sz="full" idx="1"/>
          </p:nvPr>
        </p:nvSpPr>
        <p:spPr>
          <a:xfrm rot="0">
            <a:off x="539750" y="2133600"/>
            <a:ext cx="8280400" cy="338296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r>
              <a:rPr altLang="en-US" lang="en-US"/>
              <a:t>Cindy		</a:t>
            </a:r>
            <a:r>
              <a:rPr altLang="en-US" sz="2500" lang="en-US">
                <a:solidFill>
                  <a:schemeClr val="lt2"/>
                </a:solidFill>
              </a:rPr>
              <a:t>(beautiful)</a:t>
            </a:r>
            <a:r>
              <a:rPr altLang="en-US" lang="en-US"/>
              <a:t>		Pamela</a:t>
            </a:r>
          </a:p>
          <a:p>
            <a:pPr eaLnBrk="1" hangingPunct="1" lvl="0"/>
            <a:endParaRPr altLang="en-US" lang="en-US"/>
          </a:p>
          <a:p>
            <a:pPr eaLnBrk="1" hangingPunct="1" lvl="0"/>
            <a:r>
              <a:rPr altLang="en-US" sz="4000" lang="en-US"/>
              <a:t>Cindy is </a:t>
            </a:r>
            <a:r>
              <a:rPr altLang="en-US" sz="4000" lang="en-US">
                <a:solidFill>
                  <a:schemeClr val="lt2"/>
                </a:solidFill>
              </a:rPr>
              <a:t>as </a:t>
            </a:r>
            <a:r>
              <a:rPr altLang="en-US" sz="4000" lang="en-US" u="sng">
                <a:solidFill>
                  <a:schemeClr val="lt2"/>
                </a:solidFill>
              </a:rPr>
              <a:t>beautiful</a:t>
            </a:r>
            <a:r>
              <a:rPr altLang="en-US" sz="4000" lang="en-US">
                <a:solidFill>
                  <a:schemeClr val="lt2"/>
                </a:solidFill>
              </a:rPr>
              <a:t> as</a:t>
            </a:r>
            <a:r>
              <a:rPr altLang="en-US" sz="4000" lang="tr-TR"/>
              <a:t> Pamela.</a:t>
            </a:r>
          </a:p>
        </p:txBody>
      </p:sp>
      <p:pic>
        <p:nvPicPr>
          <p:cNvPr id="2097163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580062" y="333375"/>
            <a:ext cx="1871662" cy="1871662"/>
          </a:xfrm>
          <a:prstGeom prst="rect"/>
          <a:noFill/>
          <a:ln>
            <a:noFill/>
          </a:ln>
        </p:spPr>
      </p:pic>
      <p:pic>
        <p:nvPicPr>
          <p:cNvPr id="2097164" name="Picture 6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84212" y="620712"/>
            <a:ext cx="1871662" cy="14128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5" name="Date Placeholder 3"/>
          <p:cNvSpPr txBox="1"/>
          <p:nvPr/>
        </p:nvSpPr>
        <p:spPr>
          <a:xfrm rot="0">
            <a:off x="13716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fld id="{566ABCEB-ACFC-4714-9973-3DA970169C29}" type="datetime1">
              <a:rPr altLang="en-US" sz="1400" lang="tr-TR"/>
              <a:pPr eaLnBrk="1" hangingPunct="1" lvl="0"/>
              <a:t>9/5/2026</a:t>
            </a:fld>
            <a:endParaRPr altLang="en-US" sz="1400" lang="tr-TR"/>
          </a:p>
        </p:txBody>
      </p:sp>
      <p:sp>
        <p:nvSpPr>
          <p:cNvPr id="1048856" name="Footer Placeholder 4"/>
          <p:cNvSpPr txBox="1"/>
          <p:nvPr/>
        </p:nvSpPr>
        <p:spPr>
          <a:xfrm rot="0">
            <a:off x="35560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ctr" eaLnBrk="1" hangingPunct="1" lvl="0"/>
            <a:r>
              <a:rPr altLang="en-US" sz="1400" lang="tr-TR"/>
              <a:t>Comperative VS Superlative</a:t>
            </a:r>
          </a:p>
        </p:txBody>
      </p:sp>
      <p:sp>
        <p:nvSpPr>
          <p:cNvPr id="1048857" name="Slide Number Placeholder 5"/>
          <p:cNvSpPr txBox="1"/>
          <p:nvPr/>
        </p:nvSpPr>
        <p:spPr>
          <a:xfrm rot="0">
            <a:off x="67183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tr-TR"/>
              <a:pPr algn="r" eaLnBrk="1" hangingPunct="1" lvl="0"/>
              <a:t>14</a:t>
            </a:fld>
            <a:endParaRPr altLang="en-US" sz="1400" lang="tr-TR"/>
          </a:p>
        </p:txBody>
      </p:sp>
      <p:sp>
        <p:nvSpPr>
          <p:cNvPr id="1048858" name="Rectangle 3"/>
          <p:cNvSpPr/>
          <p:nvPr>
            <p:ph type="body" sz="full" idx="1"/>
          </p:nvPr>
        </p:nvSpPr>
        <p:spPr>
          <a:xfrm rot="0">
            <a:off x="685800" y="2781300"/>
            <a:ext cx="7696200" cy="27051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Comic Sans MS" pitchFamily="66" charset="0"/>
                <a:sym typeface="Comic Sans MS" pitchFamily="66" charset="0"/>
              </a:defRPr>
            </a:lvl5pPr>
          </a:lstStyle>
          <a:p>
            <a:pPr eaLnBrk="1" hangingPunct="1" lvl="0"/>
            <a:r>
              <a:rPr altLang="en-US" lang="en-US"/>
              <a:t>Gordon          </a:t>
            </a:r>
            <a:r>
              <a:rPr altLang="en-US" lang="en-US">
                <a:solidFill>
                  <a:schemeClr val="lt2"/>
                </a:solidFill>
              </a:rPr>
              <a:t>(fat)</a:t>
            </a:r>
            <a:r>
              <a:rPr altLang="en-US" lang="en-US"/>
              <a:t>	       Tom</a:t>
            </a:r>
          </a:p>
          <a:p>
            <a:pPr eaLnBrk="1" hangingPunct="1" lvl="0"/>
            <a:endParaRPr altLang="en-US" lang="en-US"/>
          </a:p>
          <a:p>
            <a:pPr eaLnBrk="1" hangingPunct="1" lvl="0"/>
            <a:r>
              <a:rPr altLang="en-US" sz="4000" lang="en-US"/>
              <a:t>Tom is </a:t>
            </a:r>
            <a:r>
              <a:rPr altLang="en-US" sz="4000" lang="en-US">
                <a:solidFill>
                  <a:schemeClr val="lt2"/>
                </a:solidFill>
              </a:rPr>
              <a:t>as </a:t>
            </a:r>
            <a:r>
              <a:rPr altLang="en-US" sz="4000" lang="en-US" u="sng">
                <a:solidFill>
                  <a:schemeClr val="lt2"/>
                </a:solidFill>
              </a:rPr>
              <a:t>fat</a:t>
            </a:r>
            <a:r>
              <a:rPr altLang="en-US" sz="4000" lang="en-US">
                <a:solidFill>
                  <a:schemeClr val="lt2"/>
                </a:solidFill>
              </a:rPr>
              <a:t> as</a:t>
            </a:r>
            <a:r>
              <a:rPr altLang="en-US" sz="4000" lang="tr-TR"/>
              <a:t> Gordon.</a:t>
            </a:r>
          </a:p>
        </p:txBody>
      </p:sp>
      <p:pic>
        <p:nvPicPr>
          <p:cNvPr id="2097165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755650" y="333375"/>
            <a:ext cx="1790700" cy="2374900"/>
          </a:xfrm>
          <a:prstGeom prst="rect"/>
          <a:noFill/>
          <a:ln>
            <a:noFill/>
          </a:ln>
        </p:spPr>
      </p:pic>
      <p:pic>
        <p:nvPicPr>
          <p:cNvPr id="2097166" name="Picture 6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5724525" y="260350"/>
            <a:ext cx="1852612" cy="237648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FFB800"/>
      </a:dk2>
      <a:lt2>
        <a:srgbClr val="FF00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5B9"/>
      </a:accent5>
      <a:accent6>
        <a:srgbClr val="000000"/>
      </a:accent6>
      <a:hlink>
        <a:srgbClr val="00B200"/>
      </a:hlink>
      <a:folHlink>
        <a:srgbClr val="703DF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FFB800"/>
        </a:dk2>
        <a:lt2>
          <a:srgbClr val="FF00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5B9"/>
        </a:accent5>
        <a:accent6>
          <a:srgbClr val="000000"/>
        </a:accent6>
        <a:hlink>
          <a:srgbClr val="00B200"/>
        </a:hlink>
        <a:folHlink>
          <a:srgbClr val="703DFF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9CCFF"/>
        </a:dk2>
        <a:lt2>
          <a:srgbClr val="000000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B"/>
        </a:accent6>
        <a:hlink>
          <a:srgbClr val="00B200"/>
        </a:hlink>
        <a:folHlink>
          <a:srgbClr val="CCFF33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3399FF"/>
        </a:dk2>
        <a:lt2>
          <a:srgbClr val="000000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272"/>
        </a:accent6>
        <a:hlink>
          <a:srgbClr val="009999"/>
        </a:hlink>
        <a:folHlink>
          <a:srgbClr val="3366CC"/>
        </a:folHlink>
      </a:clrScheme>
    </a:extraClrScheme>
    <a:extraClrScheme>
      <a:clrScheme name="Default Color Scheme 4">
        <a:dk1>
          <a:srgbClr val="FFFFFF"/>
        </a:dk1>
        <a:lt1>
          <a:srgbClr val="336600"/>
        </a:lt1>
        <a:dk2>
          <a:srgbClr val="8080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9AA"/>
        </a:accent3>
        <a:accent4>
          <a:srgbClr val="DCDCDC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</a:extraClrScheme>
    <a:extraClrScheme>
      <a:clrScheme name="Default Color Scheme 5">
        <a:dk1>
          <a:srgbClr val="FFFFFF"/>
        </a:dk1>
        <a:lt1>
          <a:srgbClr val="003366"/>
        </a:lt1>
        <a:dk2>
          <a:srgbClr val="808080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9"/>
        </a:accent3>
        <a:accent4>
          <a:srgbClr val="DCDCDC"/>
        </a:accent4>
        <a:accent5>
          <a:srgbClr val="ADE2E2"/>
        </a:accent5>
        <a:accent6>
          <a:srgbClr val="005B89"/>
        </a:accent6>
        <a:hlink>
          <a:srgbClr val="00FFFF"/>
        </a:hlink>
        <a:folHlink>
          <a:srgbClr val="0000FF"/>
        </a:folHlink>
      </a:clrScheme>
    </a:extraClrScheme>
    <a:extraClrScheme>
      <a:clrScheme name="Default Color Scheme 6">
        <a:dk1>
          <a:srgbClr val="FFFFFF"/>
        </a:dk1>
        <a:lt1>
          <a:srgbClr val="000066"/>
        </a:lt1>
        <a:dk2>
          <a:srgbClr val="6666FF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9"/>
        </a:accent3>
        <a:accent4>
          <a:srgbClr val="DCDCDC"/>
        </a:accent4>
        <a:accent5>
          <a:srgbClr val="ADE2FF"/>
        </a:accent5>
        <a:accent6>
          <a:srgbClr val="0000E5"/>
        </a:accent6>
        <a:hlink>
          <a:srgbClr val="FFFF99"/>
        </a:hlink>
        <a:folHlink>
          <a:srgbClr val="FFCC00"/>
        </a:folHlink>
      </a:clrScheme>
    </a:extraClrScheme>
    <a:extraClrScheme>
      <a:clrScheme name="Default Color Scheme 7">
        <a:dk1>
          <a:srgbClr val="FFFFFF"/>
        </a:dk1>
        <a:lt1>
          <a:srgbClr val="800080"/>
        </a:lt1>
        <a:dk2>
          <a:srgbClr val="00000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1AAC1"/>
        </a:accent3>
        <a:accent4>
          <a:srgbClr val="DCDCDC"/>
        </a:accent4>
        <a:accent5>
          <a:srgbClr val="E2B9FF"/>
        </a:accent5>
        <a:accent6>
          <a:srgbClr val="890089"/>
        </a:accent6>
        <a:hlink>
          <a:srgbClr val="FF9900"/>
        </a:hlink>
        <a:folHlink>
          <a:srgbClr val="FF3300"/>
        </a:folHlink>
      </a:clrScheme>
    </a:extraClrScheme>
    <a:extraClrScheme>
      <a:clrScheme name="Default Color Scheme 8">
        <a:dk1>
          <a:srgbClr val="FFFFFF"/>
        </a:dk1>
        <a:lt1>
          <a:srgbClr val="800000"/>
        </a:lt1>
        <a:dk2>
          <a:srgbClr val="FF33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1AAAA"/>
        </a:accent3>
        <a:accent4>
          <a:srgbClr val="DCDCDC"/>
        </a:accent4>
        <a:accent5>
          <a:srgbClr val="FFBFC1"/>
        </a:accent5>
        <a:accent6>
          <a:srgbClr val="890000"/>
        </a:accent6>
        <a:hlink>
          <a:srgbClr val="FF66CC"/>
        </a:hlink>
        <a:folHlink>
          <a:srgbClr val="FFCC0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FFB800"/>
      </a:dk2>
      <a:lt2>
        <a:srgbClr val="FF00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5B9"/>
      </a:accent5>
      <a:accent6>
        <a:srgbClr val="000000"/>
      </a:accent6>
      <a:hlink>
        <a:srgbClr val="00B200"/>
      </a:hlink>
      <a:folHlink>
        <a:srgbClr val="703DF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FFB800"/>
        </a:dk2>
        <a:lt2>
          <a:srgbClr val="FF00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5B9"/>
        </a:accent5>
        <a:accent6>
          <a:srgbClr val="000000"/>
        </a:accent6>
        <a:hlink>
          <a:srgbClr val="00B200"/>
        </a:hlink>
        <a:folHlink>
          <a:srgbClr val="703DFF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9CCFF"/>
        </a:dk2>
        <a:lt2>
          <a:srgbClr val="000000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B"/>
        </a:accent6>
        <a:hlink>
          <a:srgbClr val="00B200"/>
        </a:hlink>
        <a:folHlink>
          <a:srgbClr val="CCFF33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3399FF"/>
        </a:dk2>
        <a:lt2>
          <a:srgbClr val="000000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272"/>
        </a:accent6>
        <a:hlink>
          <a:srgbClr val="009999"/>
        </a:hlink>
        <a:folHlink>
          <a:srgbClr val="3366CC"/>
        </a:folHlink>
      </a:clrScheme>
    </a:extraClrScheme>
    <a:extraClrScheme>
      <a:clrScheme name="Default Color Scheme 4">
        <a:dk1>
          <a:srgbClr val="FFFFFF"/>
        </a:dk1>
        <a:lt1>
          <a:srgbClr val="336600"/>
        </a:lt1>
        <a:dk2>
          <a:srgbClr val="8080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9AA"/>
        </a:accent3>
        <a:accent4>
          <a:srgbClr val="DCDCDC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</a:extraClrScheme>
    <a:extraClrScheme>
      <a:clrScheme name="Default Color Scheme 5">
        <a:dk1>
          <a:srgbClr val="FFFFFF"/>
        </a:dk1>
        <a:lt1>
          <a:srgbClr val="003366"/>
        </a:lt1>
        <a:dk2>
          <a:srgbClr val="808080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9"/>
        </a:accent3>
        <a:accent4>
          <a:srgbClr val="DCDCDC"/>
        </a:accent4>
        <a:accent5>
          <a:srgbClr val="ADE2E2"/>
        </a:accent5>
        <a:accent6>
          <a:srgbClr val="005B89"/>
        </a:accent6>
        <a:hlink>
          <a:srgbClr val="00FFFF"/>
        </a:hlink>
        <a:folHlink>
          <a:srgbClr val="0000FF"/>
        </a:folHlink>
      </a:clrScheme>
    </a:extraClrScheme>
    <a:extraClrScheme>
      <a:clrScheme name="Default Color Scheme 6">
        <a:dk1>
          <a:srgbClr val="FFFFFF"/>
        </a:dk1>
        <a:lt1>
          <a:srgbClr val="000066"/>
        </a:lt1>
        <a:dk2>
          <a:srgbClr val="6666FF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9"/>
        </a:accent3>
        <a:accent4>
          <a:srgbClr val="DCDCDC"/>
        </a:accent4>
        <a:accent5>
          <a:srgbClr val="ADE2FF"/>
        </a:accent5>
        <a:accent6>
          <a:srgbClr val="0000E5"/>
        </a:accent6>
        <a:hlink>
          <a:srgbClr val="FFFF99"/>
        </a:hlink>
        <a:folHlink>
          <a:srgbClr val="FFCC00"/>
        </a:folHlink>
      </a:clrScheme>
    </a:extraClrScheme>
    <a:extraClrScheme>
      <a:clrScheme name="Default Color Scheme 7">
        <a:dk1>
          <a:srgbClr val="FFFFFF"/>
        </a:dk1>
        <a:lt1>
          <a:srgbClr val="800080"/>
        </a:lt1>
        <a:dk2>
          <a:srgbClr val="00000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1AAC1"/>
        </a:accent3>
        <a:accent4>
          <a:srgbClr val="DCDCDC"/>
        </a:accent4>
        <a:accent5>
          <a:srgbClr val="E2B9FF"/>
        </a:accent5>
        <a:accent6>
          <a:srgbClr val="890089"/>
        </a:accent6>
        <a:hlink>
          <a:srgbClr val="FF9900"/>
        </a:hlink>
        <a:folHlink>
          <a:srgbClr val="FF3300"/>
        </a:folHlink>
      </a:clrScheme>
    </a:extraClrScheme>
    <a:extraClrScheme>
      <a:clrScheme name="Default Color Scheme 8">
        <a:dk1>
          <a:srgbClr val="FFFFFF"/>
        </a:dk1>
        <a:lt1>
          <a:srgbClr val="800000"/>
        </a:lt1>
        <a:dk2>
          <a:srgbClr val="FF33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1AAAA"/>
        </a:accent3>
        <a:accent4>
          <a:srgbClr val="DCDCDC"/>
        </a:accent4>
        <a:accent5>
          <a:srgbClr val="FFBFC1"/>
        </a:accent5>
        <a:accent6>
          <a:srgbClr val="890000"/>
        </a:accent6>
        <a:hlink>
          <a:srgbClr val="FF66CC"/>
        </a:hlink>
        <a:folHlink>
          <a:srgbClr val="FFCC00"/>
        </a:folHlink>
      </a:clrScheme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FFB800"/>
      </a:dk2>
      <a:lt2>
        <a:srgbClr val="FF00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5B9"/>
      </a:accent5>
      <a:accent6>
        <a:srgbClr val="000000"/>
      </a:accent6>
      <a:hlink>
        <a:srgbClr val="00B200"/>
      </a:hlink>
      <a:folHlink>
        <a:srgbClr val="703DF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FFB800"/>
        </a:dk2>
        <a:lt2>
          <a:srgbClr val="FF00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5B9"/>
        </a:accent5>
        <a:accent6>
          <a:srgbClr val="000000"/>
        </a:accent6>
        <a:hlink>
          <a:srgbClr val="00B200"/>
        </a:hlink>
        <a:folHlink>
          <a:srgbClr val="703DFF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99CCFF"/>
        </a:dk2>
        <a:lt2>
          <a:srgbClr val="000000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B"/>
        </a:accent6>
        <a:hlink>
          <a:srgbClr val="00B200"/>
        </a:hlink>
        <a:folHlink>
          <a:srgbClr val="CCFF33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3399FF"/>
        </a:dk2>
        <a:lt2>
          <a:srgbClr val="000000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272"/>
        </a:accent6>
        <a:hlink>
          <a:srgbClr val="009999"/>
        </a:hlink>
        <a:folHlink>
          <a:srgbClr val="3366CC"/>
        </a:folHlink>
      </a:clrScheme>
    </a:extraClrScheme>
    <a:extraClrScheme>
      <a:clrScheme name="Default Color Scheme 4">
        <a:dk1>
          <a:srgbClr val="FFFFFF"/>
        </a:dk1>
        <a:lt1>
          <a:srgbClr val="336600"/>
        </a:lt1>
        <a:dk2>
          <a:srgbClr val="8080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9AA"/>
        </a:accent3>
        <a:accent4>
          <a:srgbClr val="DCDCDC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</a:extraClrScheme>
    <a:extraClrScheme>
      <a:clrScheme name="Default Color Scheme 5">
        <a:dk1>
          <a:srgbClr val="FFFFFF"/>
        </a:dk1>
        <a:lt1>
          <a:srgbClr val="003366"/>
        </a:lt1>
        <a:dk2>
          <a:srgbClr val="808080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9"/>
        </a:accent3>
        <a:accent4>
          <a:srgbClr val="DCDCDC"/>
        </a:accent4>
        <a:accent5>
          <a:srgbClr val="ADE2E2"/>
        </a:accent5>
        <a:accent6>
          <a:srgbClr val="005B89"/>
        </a:accent6>
        <a:hlink>
          <a:srgbClr val="00FFFF"/>
        </a:hlink>
        <a:folHlink>
          <a:srgbClr val="0000FF"/>
        </a:folHlink>
      </a:clrScheme>
    </a:extraClrScheme>
    <a:extraClrScheme>
      <a:clrScheme name="Default Color Scheme 6">
        <a:dk1>
          <a:srgbClr val="FFFFFF"/>
        </a:dk1>
        <a:lt1>
          <a:srgbClr val="000066"/>
        </a:lt1>
        <a:dk2>
          <a:srgbClr val="6666FF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9"/>
        </a:accent3>
        <a:accent4>
          <a:srgbClr val="DCDCDC"/>
        </a:accent4>
        <a:accent5>
          <a:srgbClr val="ADE2FF"/>
        </a:accent5>
        <a:accent6>
          <a:srgbClr val="0000E5"/>
        </a:accent6>
        <a:hlink>
          <a:srgbClr val="FFFF99"/>
        </a:hlink>
        <a:folHlink>
          <a:srgbClr val="FFCC00"/>
        </a:folHlink>
      </a:clrScheme>
    </a:extraClrScheme>
    <a:extraClrScheme>
      <a:clrScheme name="Default Color Scheme 7">
        <a:dk1>
          <a:srgbClr val="FFFFFF"/>
        </a:dk1>
        <a:lt1>
          <a:srgbClr val="800080"/>
        </a:lt1>
        <a:dk2>
          <a:srgbClr val="00000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1AAC1"/>
        </a:accent3>
        <a:accent4>
          <a:srgbClr val="DCDCDC"/>
        </a:accent4>
        <a:accent5>
          <a:srgbClr val="E2B9FF"/>
        </a:accent5>
        <a:accent6>
          <a:srgbClr val="890089"/>
        </a:accent6>
        <a:hlink>
          <a:srgbClr val="FF9900"/>
        </a:hlink>
        <a:folHlink>
          <a:srgbClr val="FF3300"/>
        </a:folHlink>
      </a:clrScheme>
    </a:extraClrScheme>
    <a:extraClrScheme>
      <a:clrScheme name="Default Color Scheme 8">
        <a:dk1>
          <a:srgbClr val="FFFFFF"/>
        </a:dk1>
        <a:lt1>
          <a:srgbClr val="800000"/>
        </a:lt1>
        <a:dk2>
          <a:srgbClr val="FF33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1AAAA"/>
        </a:accent3>
        <a:accent4>
          <a:srgbClr val="DCDCDC"/>
        </a:accent4>
        <a:accent5>
          <a:srgbClr val="FFBFC1"/>
        </a:accent5>
        <a:accent6>
          <a:srgbClr val="890000"/>
        </a:accent6>
        <a:hlink>
          <a:srgbClr val="FF66CC"/>
        </a:hlink>
        <a:folHlink>
          <a:srgbClr val="FFCC00"/>
        </a:folHlink>
      </a:clrScheme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5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Comparative vs. Superlative</dc:title>
  <dc:creator>LEK USER</dc:creator>
  <cp:lastModifiedBy>HP</cp:lastModifiedBy>
  <dcterms:created xsi:type="dcterms:W3CDTF">2008-11-25T05:51:56Z</dcterms:created>
  <dcterms:modified xsi:type="dcterms:W3CDTF">2026-09-05T14:21:37Z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e7c13d793344469298315a6b12596b62_23</vt:lpwstr>
  </property>
</Properties>
</file>