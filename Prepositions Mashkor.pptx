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type="screen4x3" cy="6858000" cx="9144000"/>
  <p:notesSz cx="6858000" cy="9144000"/>
  <p:defaultTextStyle>
    <a:lvl1pPr algn="l" eaLnBrk="1" fontAlgn="base" hangingPunct="1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Georgia" pitchFamily="18" charset="0"/>
        <a:sym typeface="Georgia" pitchFamily="18" charset="0"/>
      </a:defRPr>
    </a:lvl1pPr>
    <a:lvl2pPr algn="l" eaLnBrk="1" fontAlgn="base" hangingPunct="1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Georgia" pitchFamily="18" charset="0"/>
        <a:sym typeface="Georgia" pitchFamily="18" charset="0"/>
      </a:defRPr>
    </a:lvl2pPr>
    <a:lvl3pPr algn="l" eaLnBrk="1" fontAlgn="base" hangingPunct="1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Georgia" pitchFamily="18" charset="0"/>
        <a:sym typeface="Georgia" pitchFamily="18" charset="0"/>
      </a:defRPr>
    </a:lvl3pPr>
    <a:lvl4pPr algn="l" eaLnBrk="1" fontAlgn="base" hangingPunct="1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Georgia" pitchFamily="18" charset="0"/>
        <a:sym typeface="Georgia" pitchFamily="18" charset="0"/>
      </a:defRPr>
    </a:lvl4pPr>
    <a:lvl5pPr algn="l" eaLnBrk="1" fontAlgn="base" hangingPunct="1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Georgia" pitchFamily="18" charset="0"/>
        <a:sym typeface="Georgia" pitchFamily="18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restored" preferSingleView="0">
    <p:restoredLeft sz="15620"/>
    <p:restoredTop sz="94660"/>
  </p:normalViewPr>
  <p:slideViewPr>
    <p:cSldViewPr showGuides="0" snapToGrid="1" snapToObjects="0">
      <p:cViewPr varScale="1">
        <p:scale>
          <a:sx n="111" d="100"/>
          <a:sy n="111" d="100"/>
        </p:scale>
        <p:origin x="-1614" y="-90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tableStyles" Target="tableStyle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9" name="Header Placeholder 1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endParaRPr altLang="en-US" sz="1200" lang="en-GB">
              <a:latin typeface="Calibri" pitchFamily="34" charset="0"/>
            </a:endParaRPr>
          </a:p>
        </p:txBody>
      </p:sp>
      <p:sp>
        <p:nvSpPr>
          <p:cNvPr id="1048850" name="Date Placeholder 2"/>
          <p:cNvSpPr/>
          <p:nvPr>
            <p:ph type="dt" sz="full" idx="1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lvl="0"/>
            <a:fld id="{566ABCEB-ACFC-4714-9973-3DA970169C29}" type="datetime1">
              <a:rPr altLang="en-US" sz="1200" lang="en-US">
                <a:latin typeface="Calibri" pitchFamily="34" charset="0"/>
              </a:rPr>
              <a:pPr algn="r" lvl="0"/>
            </a:fld>
            <a:endParaRPr altLang="en-US" sz="1200" lang="en-US">
              <a:latin typeface="Calibri" pitchFamily="34" charset="0"/>
            </a:endParaRPr>
          </a:p>
        </p:txBody>
      </p:sp>
      <p:sp>
        <p:nvSpPr>
          <p:cNvPr id="1048851" name="Slide Image Placeholder 3"/>
          <p:cNvSpPr/>
          <p:nvPr>
            <p:ph type="sldImg" sz="full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8852" name="Notes Placeholder 4"/>
          <p:cNvSpPr/>
          <p:nvPr>
            <p:ph type="body" sz="quarter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853" name="Footer Placeholder 5"/>
          <p:cNvSpPr/>
          <p:nvPr>
            <p:ph type="ftr" sz="quarter" idx="4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endParaRPr altLang="en-US" sz="1200" lang="en-GB">
              <a:latin typeface="Calibri" pitchFamily="34" charset="0"/>
            </a:endParaRPr>
          </a:p>
        </p:txBody>
      </p:sp>
      <p:sp>
        <p:nvSpPr>
          <p:cNvPr id="1048854" name="Slide Number Placeholder 6"/>
          <p:cNvSpPr/>
          <p:nvPr>
            <p:ph type="sldNum" sz="quarter" idx="5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1" fontAlgn="base" hangingPunct="1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Georgia" pitchFamily="18" charset="0"/>
      </a:defRPr>
    </a:lvl1pPr>
    <a:lvl2pPr algn="l" eaLnBrk="1" fontAlgn="base" hangingPunct="1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Georgia" pitchFamily="18" charset="0"/>
      </a:defRPr>
    </a:lvl2pPr>
    <a:lvl3pPr algn="l" eaLnBrk="1" fontAlgn="base" hangingPunct="1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Georgia" pitchFamily="18" charset="0"/>
      </a:defRPr>
    </a:lvl3pPr>
    <a:lvl4pPr algn="l" eaLnBrk="1" fontAlgn="base" hangingPunct="1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Georgia" pitchFamily="18" charset="0"/>
      </a:defRPr>
    </a:lvl4pPr>
    <a:lvl5pPr algn="l" eaLnBrk="1" fontAlgn="base" hangingPunct="1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Georgia" pitchFamily="18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03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04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23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24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1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42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43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5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46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47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0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51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52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5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56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57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0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61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62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67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68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9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70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71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3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74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75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6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77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78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9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80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81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3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84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85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7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88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89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0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91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92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5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696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697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9" name="Slide Image Placeholder 1"/>
          <p:cNvSpPr/>
          <p:nvPr>
            <p:ph type="sldImg" sz="full" idx="0"/>
          </p:nvPr>
        </p:nvSpPr>
        <p:spPr>
          <a:xfrm rot="0">
            <a:off x="1143000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00" name="Notes Placeholder 2"/>
          <p:cNvSpPr/>
          <p:nvPr>
            <p:ph type="body" sz="full" idx="1"/>
          </p:nvPr>
        </p:nvSpPr>
        <p:spPr>
          <a:xfrm rot="0">
            <a:off x="685800" y="4343400"/>
            <a:ext cx="54864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  <p:sp>
        <p:nvSpPr>
          <p:cNvPr id="1048701" name="Slide Number Placeholder 3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GB">
                <a:latin typeface="Calibri" pitchFamily="34" charset="0"/>
              </a:rPr>
              <a:pPr algn="r" lvl="0"/>
            </a:fld>
            <a:endParaRPr altLang="en-US" sz="1200" lang="en-GB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3" name="Rectangle 7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>
                <a:latin typeface="Calibri" pitchFamily="34" charset="0"/>
              </a:rPr>
              <a:pPr algn="r" lvl="0"/>
            </a:fld>
            <a:endParaRPr altLang="en-US" sz="1200" lang="en-US">
              <a:latin typeface="Calibri" pitchFamily="34" charset="0"/>
            </a:endParaRPr>
          </a:p>
        </p:txBody>
      </p:sp>
      <p:sp>
        <p:nvSpPr>
          <p:cNvPr id="1048704" name="Rectangle 2"/>
          <p:cNvSpPr/>
          <p:nvPr>
            <p:ph type="sldImg" sz="full" idx="0"/>
          </p:nvPr>
        </p:nvSpPr>
        <p:spPr>
          <a:xfrm rot="0">
            <a:off x="1144587" y="685800"/>
            <a:ext cx="4572000" cy="3429000"/>
          </a:xfrm>
          <a:prstGeom prst="rect"/>
        </p:spPr>
        <p:txBody>
          <a:bodyPr anchor="ctr" bIns="45720" lIns="91440" rIns="91440" tIns="45720" vert="horz"/>
          <a:p/>
        </p:txBody>
      </p:sp>
      <p:sp>
        <p:nvSpPr>
          <p:cNvPr id="1048705" name="Rectangle 3"/>
          <p:cNvSpPr/>
          <p:nvPr>
            <p:ph type="body" sz="full" idx="1"/>
          </p:nvPr>
        </p:nvSpPr>
        <p:spPr>
          <a:xfrm rot="0">
            <a:off x="914400" y="4343400"/>
            <a:ext cx="5029200" cy="4114800"/>
          </a:xfrm>
          <a:prstGeom prst="rect"/>
        </p:spPr>
        <p:txBody>
          <a:bodyPr anchor="t" bIns="45720" lIns="91440" rIns="91440" tIns="45720" vert="horz"/>
          <a:p>
            <a:pPr lvl="0">
              <a:spcBef>
                <a:spcPct val="0"/>
              </a:spcBef>
            </a:pPr>
            <a:endParaRPr altLang="en-US"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dk2"/>
        </a:solidFill>
      </p:bgPr>
    </p:bg>
    <p:spTree>
      <p:nvGrpSpPr>
        <p:cNvPr id="1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7" name="Rectangle 19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58" name="Rectangle 20"/>
          <p:cNvSpPr/>
          <p:nvPr/>
        </p:nvSpPr>
        <p:spPr bwMode="white">
          <a:xfrm rot="0">
            <a:off x="8991600" y="3175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59" name="Rectangle 23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60" name="Rectangle 24"/>
          <p:cNvSpPr/>
          <p:nvPr/>
        </p:nvSpPr>
        <p:spPr bwMode="white">
          <a:xfrm rot="0">
            <a:off x="0" y="0"/>
            <a:ext cx="9144000" cy="25146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61" name="Rectangle 25"/>
          <p:cNvSpPr/>
          <p:nvPr/>
        </p:nvSpPr>
        <p:spPr>
          <a:xfrm rot="0">
            <a:off x="146050" y="6391275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62" name="Straight Connector 26"/>
          <p:cNvSpPr/>
          <p:nvPr/>
        </p:nvSpPr>
        <p:spPr>
          <a:xfrm rot="0">
            <a:off x="155575" y="2419350"/>
            <a:ext cx="8832850" cy="0"/>
          </a:xfrm>
          <a:prstGeom prst="line"/>
          <a:noFill/>
          <a:ln w="11430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763" name="Rectangle 27"/>
          <p:cNvSpPr/>
          <p:nvPr/>
        </p:nvSpPr>
        <p:spPr>
          <a:xfrm rot="0">
            <a:off x="152400" y="152400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64" name="Oval 28"/>
          <p:cNvSpPr/>
          <p:nvPr/>
        </p:nvSpPr>
        <p:spPr>
          <a:xfrm rot="0">
            <a:off x="4267200" y="2114550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65" name="Oval 29"/>
          <p:cNvSpPr/>
          <p:nvPr/>
        </p:nvSpPr>
        <p:spPr>
          <a:xfrm rot="0">
            <a:off x="4362450" y="2209800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68" name="Date Placeholder 27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769" name="Footer Placeholder 16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770" name="Slide Number Placeholder 28"/>
          <p:cNvSpPr/>
          <p:nvPr>
            <p:ph type="sldNum" sz="quarter" idx="4"/>
          </p:nvPr>
        </p:nvSpPr>
        <p:spPr>
          <a:xfrm rot="0">
            <a:off x="4343400" y="2198687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772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71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algn="ctr" indent="0" marL="0">
              <a:buNone/>
              <a:defRPr baseline="0" b="1" cap="all" sz="1600" spc="250">
                <a:solidFill>
                  <a:schemeClr val="tx2"/>
                </a:solidFill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dk2"/>
        </a:solidFill>
      </p:bgPr>
    </p:bg>
    <p:spTree>
      <p:nvGrpSpPr>
        <p:cNvPr id="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Rectangle 16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06" name="Rectangle 15"/>
          <p:cNvSpPr/>
          <p:nvPr/>
        </p:nvSpPr>
        <p:spPr bwMode="white">
          <a:xfrm rot="0">
            <a:off x="0" y="0"/>
            <a:ext cx="9144000" cy="1393825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07" name="Rectangle 17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08" name="Rectangle 18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09" name="Rectangle 8"/>
          <p:cNvSpPr/>
          <p:nvPr/>
        </p:nvSpPr>
        <p:spPr>
          <a:xfrm rot="0">
            <a:off x="149225" y="6388100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10" name="Rectangle 7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11" name="Straight Connector 9"/>
          <p:cNvSpPr/>
          <p:nvPr/>
        </p:nvSpPr>
        <p:spPr>
          <a:xfrm rot="0">
            <a:off x="152400" y="1276350"/>
            <a:ext cx="8832850" cy="0"/>
          </a:xfrm>
          <a:prstGeom prst="line"/>
          <a:noFill/>
          <a:ln w="9525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612" name="Oval 11"/>
          <p:cNvSpPr/>
          <p:nvPr/>
        </p:nvSpPr>
        <p:spPr>
          <a:xfrm rot="0">
            <a:off x="4267200" y="955675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613" name="Oval 14"/>
          <p:cNvSpPr/>
          <p:nvPr/>
        </p:nvSpPr>
        <p:spPr>
          <a:xfrm rot="0">
            <a:off x="4362450" y="1050925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616" name="Date Placeholder 3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617" name="Footer Placeholder 4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618" name="Slide Number Placeholder 5"/>
          <p:cNvSpPr/>
          <p:nvPr>
            <p:ph type="sldNum" sz="quarter" idx="4"/>
          </p:nvPr>
        </p:nvSpPr>
        <p:spPr>
          <a:xfrm rot="0">
            <a:off x="4362450" y="1027112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620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lt1"/>
        </a:solidFill>
      </p:bgPr>
    </p:bg>
    <p:spTree>
      <p:nvGrpSpPr>
        <p:cNvPr id="11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3" name="Rectangle 19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74" name="Rectangle 20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75" name="Rectangle 23"/>
          <p:cNvSpPr/>
          <p:nvPr/>
        </p:nvSpPr>
        <p:spPr bwMode="white">
          <a:xfrm rot="0">
            <a:off x="0" y="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76" name="Rectangle 24"/>
          <p:cNvSpPr/>
          <p:nvPr/>
        </p:nvSpPr>
        <p:spPr bwMode="white">
          <a:xfrm rot="0">
            <a:off x="8991600" y="1905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77" name="Rectangle 25"/>
          <p:cNvSpPr/>
          <p:nvPr/>
        </p:nvSpPr>
        <p:spPr bwMode="white">
          <a:xfrm rot="0">
            <a:off x="152400" y="2286000"/>
            <a:ext cx="8832850" cy="3048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78" name="Rectangle 26"/>
          <p:cNvSpPr/>
          <p:nvPr/>
        </p:nvSpPr>
        <p:spPr>
          <a:xfrm rot="0">
            <a:off x="155575" y="142875"/>
            <a:ext cx="8832850" cy="213995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79" name="Rectangle 27"/>
          <p:cNvSpPr/>
          <p:nvPr/>
        </p:nvSpPr>
        <p:spPr>
          <a:xfrm rot="0">
            <a:off x="146050" y="6391275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80" name="Rectangle 28"/>
          <p:cNvSpPr/>
          <p:nvPr/>
        </p:nvSpPr>
        <p:spPr>
          <a:xfrm rot="0">
            <a:off x="152400" y="152400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81" name="Straight Connector 29"/>
          <p:cNvSpPr/>
          <p:nvPr/>
        </p:nvSpPr>
        <p:spPr>
          <a:xfrm rot="0">
            <a:off x="152400" y="2438400"/>
            <a:ext cx="8832850" cy="0"/>
          </a:xfrm>
          <a:prstGeom prst="line"/>
          <a:noFill/>
          <a:ln w="11430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782" name="Oval 30"/>
          <p:cNvSpPr/>
          <p:nvPr/>
        </p:nvSpPr>
        <p:spPr>
          <a:xfrm rot="0">
            <a:off x="4267200" y="2114550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83" name="Oval 31"/>
          <p:cNvSpPr/>
          <p:nvPr/>
        </p:nvSpPr>
        <p:spPr>
          <a:xfrm rot="0">
            <a:off x="4362450" y="2209800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86" name="Footer Placeholder 4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787" name="Date Placeholder 3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788" name="Slide Number Placeholder 5"/>
          <p:cNvSpPr/>
          <p:nvPr>
            <p:ph type="sldNum" sz="quarter" idx="4"/>
          </p:nvPr>
        </p:nvSpPr>
        <p:spPr>
          <a:xfrm rot="0">
            <a:off x="4343400" y="2198687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790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baseline="0" b="0" cap="none" sz="420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89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algn="ctr" indent="0" marL="0">
              <a:buNone/>
              <a:defRPr baseline="0" b="1" cap="all" sz="1600" spc="25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dk2"/>
        </a:solidFill>
      </p:bgPr>
    </p:bg>
    <p:spTree>
      <p:nvGrpSpPr>
        <p:cNvPr id="11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1" name="Rectangle 16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92" name="Rectangle 15"/>
          <p:cNvSpPr/>
          <p:nvPr/>
        </p:nvSpPr>
        <p:spPr bwMode="white">
          <a:xfrm rot="0">
            <a:off x="0" y="0"/>
            <a:ext cx="9144000" cy="1393825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93" name="Rectangle 17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94" name="Rectangle 18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95" name="Rectangle 8"/>
          <p:cNvSpPr/>
          <p:nvPr/>
        </p:nvSpPr>
        <p:spPr>
          <a:xfrm rot="0">
            <a:off x="149225" y="6388100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96" name="Rectangle 7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97" name="Straight Connector 9"/>
          <p:cNvSpPr/>
          <p:nvPr/>
        </p:nvSpPr>
        <p:spPr>
          <a:xfrm rot="0">
            <a:off x="152400" y="1276350"/>
            <a:ext cx="8832850" cy="0"/>
          </a:xfrm>
          <a:prstGeom prst="line"/>
          <a:noFill/>
          <a:ln w="9525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798" name="Oval 11"/>
          <p:cNvSpPr/>
          <p:nvPr/>
        </p:nvSpPr>
        <p:spPr>
          <a:xfrm rot="0">
            <a:off x="4267200" y="955675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99" name="Oval 14"/>
          <p:cNvSpPr/>
          <p:nvPr/>
        </p:nvSpPr>
        <p:spPr>
          <a:xfrm rot="0">
            <a:off x="4362450" y="1050925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800" name="Straight Connector 19"/>
          <p:cNvSpPr/>
          <p:nvPr/>
        </p:nvSpPr>
        <p:spPr>
          <a:xfrm rot="0" flipV="1">
            <a:off x="4562475" y="1576387"/>
            <a:ext cx="9525" cy="4818062"/>
          </a:xfrm>
          <a:prstGeom prst="line"/>
          <a:noFill/>
          <a:ln w="9525" cap="flat" cmpd="sng">
            <a:solidFill>
              <a:schemeClr val="lt2">
                <a:alpha val="100000"/>
              </a:schemeClr>
            </a:solidFill>
            <a:prstDash val="sysDash"/>
            <a:round/>
          </a:ln>
        </p:spPr>
      </p:sp>
      <p:sp>
        <p:nvSpPr>
          <p:cNvPr id="1048803" name="Date Placeholder 4"/>
          <p:cNvSpPr/>
          <p:nvPr>
            <p:ph type="dt" sz="half" idx="2"/>
          </p:nvPr>
        </p:nvSpPr>
        <p:spPr>
          <a:xfrm rot="0">
            <a:off x="5791200" y="6410325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804" name="Footer Placeholder 5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805" name="Slide Number Placeholder 6"/>
          <p:cNvSpPr/>
          <p:nvPr>
            <p:ph type="sldNum" sz="quarter" idx="4"/>
          </p:nvPr>
        </p:nvSpPr>
        <p:spPr>
          <a:xfrm rot="0">
            <a:off x="4343400" y="1039812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808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807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806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dk2"/>
        </a:solidFill>
      </p:bgPr>
    </p:bg>
    <p:spTree>
      <p:nvGrpSpPr>
        <p:cNvPr id="12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9" name="Straight Connector 19"/>
          <p:cNvSpPr/>
          <p:nvPr/>
        </p:nvSpPr>
        <p:spPr>
          <a:xfrm rot="0" flipV="1">
            <a:off x="4572000" y="2200275"/>
            <a:ext cx="0" cy="4187825"/>
          </a:xfrm>
          <a:prstGeom prst="line"/>
          <a:noFill/>
          <a:ln w="9525" cap="flat" cmpd="sng">
            <a:solidFill>
              <a:schemeClr val="lt2">
                <a:alpha val="100000"/>
              </a:schemeClr>
            </a:solidFill>
            <a:prstDash val="sysDash"/>
            <a:round/>
          </a:ln>
        </p:spPr>
      </p:sp>
      <p:sp>
        <p:nvSpPr>
          <p:cNvPr id="1048810" name="Rectangle 20"/>
          <p:cNvSpPr/>
          <p:nvPr/>
        </p:nvSpPr>
        <p:spPr bwMode="white">
          <a:xfrm rot="0">
            <a:off x="0" y="0"/>
            <a:ext cx="9144000" cy="14478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11" name="Rectangle 23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12" name="Rectangle 24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13" name="Rectangle 25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14" name="Rectangle 26"/>
          <p:cNvSpPr/>
          <p:nvPr/>
        </p:nvSpPr>
        <p:spPr>
          <a:xfrm rot="0">
            <a:off x="152400" y="1371600"/>
            <a:ext cx="8832850" cy="9144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815" name="Rectangle 27"/>
          <p:cNvSpPr/>
          <p:nvPr/>
        </p:nvSpPr>
        <p:spPr>
          <a:xfrm rot="0">
            <a:off x="146050" y="6391275"/>
            <a:ext cx="8832850" cy="311150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16" name="Straight Connector 28"/>
          <p:cNvSpPr/>
          <p:nvPr/>
        </p:nvSpPr>
        <p:spPr>
          <a:xfrm rot="0">
            <a:off x="152400" y="1279525"/>
            <a:ext cx="8832850" cy="0"/>
          </a:xfrm>
          <a:prstGeom prst="line"/>
          <a:noFill/>
          <a:ln w="11430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817" name="Rectangle 29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18" name="Oval 30"/>
          <p:cNvSpPr/>
          <p:nvPr/>
        </p:nvSpPr>
        <p:spPr>
          <a:xfrm rot="0">
            <a:off x="4267200" y="955675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819" name="Oval 31"/>
          <p:cNvSpPr/>
          <p:nvPr/>
        </p:nvSpPr>
        <p:spPr>
          <a:xfrm rot="0">
            <a:off x="4362450" y="1050925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822" name="Date Placeholder 6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823" name="Footer Placeholder 7"/>
          <p:cNvSpPr/>
          <p:nvPr>
            <p:ph type="ftr" sz="quarter" idx="3"/>
          </p:nvPr>
        </p:nvSpPr>
        <p:spPr>
          <a:xfrm rot="0">
            <a:off x="304800" y="6410325"/>
            <a:ext cx="35814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824" name="Slide Number Placeholder 8"/>
          <p:cNvSpPr/>
          <p:nvPr>
            <p:ph type="sldNum" sz="quarter" idx="4"/>
          </p:nvPr>
        </p:nvSpPr>
        <p:spPr>
          <a:xfrm rot="0">
            <a:off x="4343400" y="1042987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829" name="Title 22"/>
          <p:cNvSpPr>
            <a:spLocks noGrp="1"/>
          </p:cNvSpPr>
          <p:nvPr>
            <p:ph type="title"/>
          </p:nvPr>
        </p:nvSpPr>
        <p:spPr/>
        <p:txBody>
          <a:bodyPr anchor="b" anchorCtr="0" rtlCol="0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828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827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826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indent="0" marL="0">
              <a:buNone/>
              <a:defRPr b="1" sz="2200"/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825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indent="0" marL="0">
              <a:buNone/>
              <a:defRPr b="1" dirty="0" sz="2200" lang="en-US" smtClean="0">
                <a:solidFill>
                  <a:srgbClr val="FFFFFF"/>
                </a:solidFill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lt1"/>
        </a:solidFill>
      </p:bgPr>
    </p:bg>
    <p:spTree>
      <p:nvGrpSpPr>
        <p:cNvPr id="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5" name="Rectangle 16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26" name="Rectangle 15"/>
          <p:cNvSpPr/>
          <p:nvPr/>
        </p:nvSpPr>
        <p:spPr bwMode="white">
          <a:xfrm rot="0">
            <a:off x="0" y="0"/>
            <a:ext cx="9144000" cy="1393825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27" name="Rectangle 17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28" name="Rectangle 18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29" name="Rectangle 8"/>
          <p:cNvSpPr/>
          <p:nvPr/>
        </p:nvSpPr>
        <p:spPr>
          <a:xfrm rot="0">
            <a:off x="149225" y="6388100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30" name="Rectangle 7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631" name="Straight Connector 9"/>
          <p:cNvSpPr/>
          <p:nvPr/>
        </p:nvSpPr>
        <p:spPr>
          <a:xfrm rot="0">
            <a:off x="152400" y="1276350"/>
            <a:ext cx="8832850" cy="0"/>
          </a:xfrm>
          <a:prstGeom prst="line"/>
          <a:noFill/>
          <a:ln w="9525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632" name="Oval 11"/>
          <p:cNvSpPr/>
          <p:nvPr/>
        </p:nvSpPr>
        <p:spPr>
          <a:xfrm rot="0">
            <a:off x="4267200" y="955675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633" name="Oval 14"/>
          <p:cNvSpPr/>
          <p:nvPr/>
        </p:nvSpPr>
        <p:spPr>
          <a:xfrm rot="0">
            <a:off x="4362450" y="1050925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636" name="Date Placeholder 2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637" name="Footer Placeholder 3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638" name="Slide Number Placeholder 4"/>
          <p:cNvSpPr/>
          <p:nvPr>
            <p:ph type="sldNum" sz="quarter" idx="4"/>
          </p:nvPr>
        </p:nvSpPr>
        <p:spPr>
          <a:xfrm rot="0">
            <a:off x="4343400" y="1036637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lt1"/>
        </a:solidFill>
      </p:bgPr>
    </p:bg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0" name="Rectangle 19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91" name="Rectangle 20"/>
          <p:cNvSpPr/>
          <p:nvPr/>
        </p:nvSpPr>
        <p:spPr bwMode="white">
          <a:xfrm rot="0">
            <a:off x="0" y="0"/>
            <a:ext cx="9144000" cy="155575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92" name="Rectangle 23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93" name="Rectangle 24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94" name="Rectangle 25"/>
          <p:cNvSpPr/>
          <p:nvPr/>
        </p:nvSpPr>
        <p:spPr>
          <a:xfrm rot="0">
            <a:off x="146050" y="6391275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95" name="Rectangle 26"/>
          <p:cNvSpPr/>
          <p:nvPr/>
        </p:nvSpPr>
        <p:spPr>
          <a:xfrm rot="0">
            <a:off x="152400" y="158750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98" name="Date Placeholder 1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599" name="Footer Placeholder 2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600" name="Slide Number Placeholder 3"/>
          <p:cNvSpPr/>
          <p:nvPr>
            <p:ph type="sldNum" sz="quarter" idx="4"/>
          </p:nvPr>
        </p:nvSpPr>
        <p:spPr>
          <a:xfrm rot="0">
            <a:off x="4267200" y="6324600"/>
            <a:ext cx="6096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FFFFFF"/>
                </a:solidFill>
              </a:rPr>
              <a:pPr algn="ctr" lvl="0"/>
            </a:fld>
            <a:endParaRPr altLang="en-US" sz="1600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lt1"/>
        </a:solidFill>
      </p:bgPr>
    </p:bg>
    <p:spTree>
      <p:nvGrpSpPr>
        <p:cNvPr id="1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0" name="Rectangle 19"/>
          <p:cNvSpPr/>
          <p:nvPr/>
        </p:nvSpPr>
        <p:spPr>
          <a:xfrm rot="0">
            <a:off x="152400" y="152400"/>
            <a:ext cx="8832850" cy="304800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31" name="Rectangle 20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32" name="Rectangle 23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33" name="Rectangle 24"/>
          <p:cNvSpPr/>
          <p:nvPr/>
        </p:nvSpPr>
        <p:spPr bwMode="white">
          <a:xfrm rot="0">
            <a:off x="0" y="0"/>
            <a:ext cx="9144000" cy="119062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34" name="Rectangle 25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35" name="Rectangle 26"/>
          <p:cNvSpPr/>
          <p:nvPr/>
        </p:nvSpPr>
        <p:spPr>
          <a:xfrm rot="0">
            <a:off x="152400" y="609600"/>
            <a:ext cx="2743200" cy="58674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836" name="Rectangle 27"/>
          <p:cNvSpPr/>
          <p:nvPr/>
        </p:nvSpPr>
        <p:spPr>
          <a:xfrm rot="0">
            <a:off x="152400" y="152400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37" name="Straight Connector 28"/>
          <p:cNvSpPr/>
          <p:nvPr/>
        </p:nvSpPr>
        <p:spPr>
          <a:xfrm rot="0">
            <a:off x="152400" y="533400"/>
            <a:ext cx="8832850" cy="0"/>
          </a:xfrm>
          <a:prstGeom prst="line"/>
          <a:noFill/>
          <a:ln w="11430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838" name="Oval 29"/>
          <p:cNvSpPr/>
          <p:nvPr/>
        </p:nvSpPr>
        <p:spPr>
          <a:xfrm rot="0">
            <a:off x="1295400" y="228600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839" name="Oval 30"/>
          <p:cNvSpPr/>
          <p:nvPr/>
        </p:nvSpPr>
        <p:spPr>
          <a:xfrm rot="0">
            <a:off x="1390650" y="323850"/>
            <a:ext cx="419100" cy="419100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840" name="Rectangle 31"/>
          <p:cNvSpPr/>
          <p:nvPr/>
        </p:nvSpPr>
        <p:spPr>
          <a:xfrm rot="0">
            <a:off x="149225" y="6388100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843" name="Slide Number Placeholder 6"/>
          <p:cNvSpPr/>
          <p:nvPr>
            <p:ph type="sldNum" sz="quarter" idx="4"/>
          </p:nvPr>
        </p:nvSpPr>
        <p:spPr>
          <a:xfrm rot="0">
            <a:off x="1371600" y="312737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844" name="Date Placeholder 4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845" name="Footer Placeholder 5"/>
          <p:cNvSpPr/>
          <p:nvPr>
            <p:ph type="ftr" sz="quarter" idx="3"/>
          </p:nvPr>
        </p:nvSpPr>
        <p:spPr>
          <a:xfrm rot="0">
            <a:off x="301625" y="6410325"/>
            <a:ext cx="3382962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848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847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indent="0" marL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846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b="1" sz="220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lt1"/>
        </a:solidFill>
      </p:bgPr>
    </p:bg>
    <p:spTree>
      <p:nvGrpSpPr>
        <p:cNvPr id="10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6" name="Straight Connector 19"/>
          <p:cNvSpPr/>
          <p:nvPr/>
        </p:nvSpPr>
        <p:spPr>
          <a:xfrm rot="0">
            <a:off x="152400" y="533400"/>
            <a:ext cx="8832850" cy="0"/>
          </a:xfrm>
          <a:prstGeom prst="line"/>
          <a:noFill/>
          <a:ln w="11430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707" name="Rectangle 20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08" name="Rectangle 23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09" name="Rectangle 24"/>
          <p:cNvSpPr/>
          <p:nvPr/>
        </p:nvSpPr>
        <p:spPr bwMode="white">
          <a:xfrm rot="0">
            <a:off x="0" y="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10" name="Rectangle 25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11" name="Rectangle 26"/>
          <p:cNvSpPr/>
          <p:nvPr/>
        </p:nvSpPr>
        <p:spPr>
          <a:xfrm rot="0">
            <a:off x="152400" y="152400"/>
            <a:ext cx="8832850" cy="301625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12" name="Rectangle 27"/>
          <p:cNvSpPr/>
          <p:nvPr/>
        </p:nvSpPr>
        <p:spPr>
          <a:xfrm rot="0">
            <a:off x="152400" y="609600"/>
            <a:ext cx="2743200" cy="58674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13" name="Rectangle 28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14" name="Oval 29"/>
          <p:cNvSpPr/>
          <p:nvPr/>
        </p:nvSpPr>
        <p:spPr>
          <a:xfrm rot="0">
            <a:off x="1295400" y="228600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15" name="Oval 30"/>
          <p:cNvSpPr/>
          <p:nvPr/>
        </p:nvSpPr>
        <p:spPr>
          <a:xfrm rot="0">
            <a:off x="1390650" y="323850"/>
            <a:ext cx="419100" cy="419100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16" name="Rectangle 31"/>
          <p:cNvSpPr/>
          <p:nvPr/>
        </p:nvSpPr>
        <p:spPr>
          <a:xfrm rot="0">
            <a:off x="149225" y="6388100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19" name="Slide Number Placeholder 6"/>
          <p:cNvSpPr/>
          <p:nvPr>
            <p:ph type="sldNum" sz="quarter" idx="4"/>
          </p:nvPr>
        </p:nvSpPr>
        <p:spPr>
          <a:xfrm rot="0">
            <a:off x="1371600" y="312737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720" name="Date Placeholder 4"/>
          <p:cNvSpPr/>
          <p:nvPr>
            <p:ph type="dt" sz="half" idx="2"/>
          </p:nvPr>
        </p:nvSpPr>
        <p:spPr>
          <a:xfrm rot="0">
            <a:off x="5788025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721" name="Footer Placeholder 5"/>
          <p:cNvSpPr/>
          <p:nvPr>
            <p:ph type="ftr" sz="quarter" idx="3"/>
          </p:nvPr>
        </p:nvSpPr>
        <p:spPr>
          <a:xfrm rot="0">
            <a:off x="301625" y="6410325"/>
            <a:ext cx="3584575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72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indent="0" marL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2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 vert="horz">
            <a:normAutofit/>
          </a:bodyPr>
          <a:lstStyle>
            <a:lvl1pPr indent="0" marL="0">
              <a:buNone/>
              <a:defRPr sz="3200"/>
            </a:lvl1pPr>
          </a:lstStyle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</a:pPr>
            <a:r>
              <a:rPr baseline="0" b="0" cap="none" sz="3200" i="0" kern="1200" kumimoji="0" lang="en-US" noProof="0" normalizeH="0" spc="0" strike="noStrike" u="none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baseline="0" b="0" cap="none" dirty="0" sz="3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b="1" sz="24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dk2"/>
        </a:solidFill>
      </p:bgPr>
    </p:bg>
    <p:spTree>
      <p:nvGrpSpPr>
        <p:cNvPr id="10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5" name="Rectangle 16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26" name="Rectangle 15"/>
          <p:cNvSpPr/>
          <p:nvPr/>
        </p:nvSpPr>
        <p:spPr bwMode="white">
          <a:xfrm rot="0">
            <a:off x="0" y="0"/>
            <a:ext cx="9144000" cy="1393825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27" name="Rectangle 17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28" name="Rectangle 18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29" name="Rectangle 8"/>
          <p:cNvSpPr/>
          <p:nvPr/>
        </p:nvSpPr>
        <p:spPr>
          <a:xfrm rot="0">
            <a:off x="149225" y="6388100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30" name="Rectangle 7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31" name="Straight Connector 9"/>
          <p:cNvSpPr/>
          <p:nvPr/>
        </p:nvSpPr>
        <p:spPr>
          <a:xfrm rot="0">
            <a:off x="152400" y="1276350"/>
            <a:ext cx="8832850" cy="0"/>
          </a:xfrm>
          <a:prstGeom prst="line"/>
          <a:noFill/>
          <a:ln w="9525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732" name="Oval 11"/>
          <p:cNvSpPr/>
          <p:nvPr/>
        </p:nvSpPr>
        <p:spPr>
          <a:xfrm rot="0">
            <a:off x="4267200" y="955675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33" name="Oval 14"/>
          <p:cNvSpPr/>
          <p:nvPr/>
        </p:nvSpPr>
        <p:spPr>
          <a:xfrm rot="0">
            <a:off x="4362450" y="1050925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36" name="Date Placeholder 3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737" name="Footer Placeholder 4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738" name="Slide Number Placeholder 5"/>
          <p:cNvSpPr/>
          <p:nvPr>
            <p:ph type="sldNum" sz="quarter" idx="4"/>
          </p:nvPr>
        </p:nvSpPr>
        <p:spPr>
          <a:xfrm rot="0">
            <a:off x="4343400" y="1039812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74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1">
  <p:cSld>
    <p:bg bwMode="white">
      <p:bgPr>
        <a:solidFill>
          <a:schemeClr val="dk2"/>
        </a:solidFill>
      </p:bgPr>
    </p:bg>
    <p:spTree>
      <p:nvGrpSpPr>
        <p:cNvPr id="10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1" name="Rectangle 19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42" name="Rectangle 20"/>
          <p:cNvSpPr/>
          <p:nvPr/>
        </p:nvSpPr>
        <p:spPr bwMode="white">
          <a:xfrm rot="0">
            <a:off x="7010400" y="0"/>
            <a:ext cx="21336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43" name="Rectangle 23"/>
          <p:cNvSpPr/>
          <p:nvPr/>
        </p:nvSpPr>
        <p:spPr bwMode="white">
          <a:xfrm rot="0">
            <a:off x="0" y="0"/>
            <a:ext cx="9144000" cy="155575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44" name="Rectangle 24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45" name="Rectangle 25"/>
          <p:cNvSpPr/>
          <p:nvPr/>
        </p:nvSpPr>
        <p:spPr>
          <a:xfrm rot="0">
            <a:off x="146050" y="6391275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46" name="Rectangle 26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747" name="Straight Connector 27"/>
          <p:cNvSpPr/>
          <p:nvPr/>
        </p:nvSpPr>
        <p:spPr>
          <a:xfrm rot="5400000">
            <a:off x="4021138" y="3278187"/>
            <a:ext cx="6245225" cy="0"/>
          </a:xfrm>
          <a:prstGeom prst="line"/>
          <a:noFill/>
          <a:ln w="9525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748" name="Oval 28"/>
          <p:cNvSpPr/>
          <p:nvPr/>
        </p:nvSpPr>
        <p:spPr>
          <a:xfrm rot="0">
            <a:off x="6838950" y="2925762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49" name="Oval 29"/>
          <p:cNvSpPr/>
          <p:nvPr/>
        </p:nvSpPr>
        <p:spPr>
          <a:xfrm rot="0">
            <a:off x="6934200" y="3021012"/>
            <a:ext cx="420687" cy="419100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752" name="Slide Number Placeholder 5"/>
          <p:cNvSpPr/>
          <p:nvPr>
            <p:ph type="sldNum" sz="quarter" idx="4"/>
          </p:nvPr>
        </p:nvSpPr>
        <p:spPr>
          <a:xfrm rot="0">
            <a:off x="6915150" y="3009900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753" name="Date Placeholder 3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754" name="Footer Placeholder 4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756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5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16"/>
          <p:cNvSpPr/>
          <p:nvPr/>
        </p:nvSpPr>
        <p:spPr bwMode="white">
          <a:xfrm rot="0">
            <a:off x="0" y="6705600"/>
            <a:ext cx="9144000" cy="1524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77" name="Rectangle 15"/>
          <p:cNvSpPr/>
          <p:nvPr/>
        </p:nvSpPr>
        <p:spPr bwMode="white">
          <a:xfrm rot="0">
            <a:off x="0" y="0"/>
            <a:ext cx="9144000" cy="1393825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78" name="Rectangle 17"/>
          <p:cNvSpPr/>
          <p:nvPr/>
        </p:nvSpPr>
        <p:spPr bwMode="white">
          <a:xfrm rot="0">
            <a:off x="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79" name="Rectangle 18"/>
          <p:cNvSpPr/>
          <p:nvPr/>
        </p:nvSpPr>
        <p:spPr bwMode="white">
          <a:xfrm rot="0">
            <a:off x="8991600" y="0"/>
            <a:ext cx="152400" cy="6858000"/>
          </a:xfrm>
          <a:prstGeom prst="rect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80" name="Rectangle 8"/>
          <p:cNvSpPr/>
          <p:nvPr/>
        </p:nvSpPr>
        <p:spPr>
          <a:xfrm rot="0">
            <a:off x="149225" y="6388100"/>
            <a:ext cx="8832850" cy="309562"/>
          </a:xfrm>
          <a:prstGeom prst="rect"/>
          <a:solidFill>
            <a:srgbClr val="8CADAE"/>
          </a:solidFill>
          <a:ln>
            <a:noFill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81" name="Date Placeholder 13"/>
          <p:cNvSpPr/>
          <p:nvPr>
            <p:ph type="dt" sz="half" idx="2"/>
          </p:nvPr>
        </p:nvSpPr>
        <p:spPr>
          <a:xfrm rot="0">
            <a:off x="5791200" y="6405562"/>
            <a:ext cx="304482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r" lvl="0"/>
            <a:fld id="{566ABCEB-ACFC-4714-9973-3DA970169C29}" type="datetime1">
              <a:rPr altLang="en-US" sz="1400" lang="en-US">
                <a:solidFill>
                  <a:srgbClr val="FFFFFF"/>
                </a:solidFill>
              </a:rPr>
              <a:pPr algn="r" lvl="0"/>
            </a:fld>
            <a:endParaRPr altLang="en-US" sz="1400" lang="en-US">
              <a:solidFill>
                <a:srgbClr val="FFFFFF"/>
              </a:solidFill>
            </a:endParaRPr>
          </a:p>
        </p:txBody>
      </p:sp>
      <p:sp>
        <p:nvSpPr>
          <p:cNvPr id="1048582" name="Footer Placeholder 2"/>
          <p:cNvSpPr/>
          <p:nvPr>
            <p:ph type="ftr" sz="quarter" idx="3"/>
          </p:nvPr>
        </p:nvSpPr>
        <p:spPr>
          <a:xfrm rot="0">
            <a:off x="304800" y="6410325"/>
            <a:ext cx="35814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endParaRPr altLang="en-US" sz="1200" lang="en-US">
              <a:solidFill>
                <a:srgbClr val="FFFFFF"/>
              </a:solidFill>
            </a:endParaRPr>
          </a:p>
        </p:txBody>
      </p:sp>
      <p:sp>
        <p:nvSpPr>
          <p:cNvPr id="1048583" name="Rectangle 7"/>
          <p:cNvSpPr/>
          <p:nvPr/>
        </p:nvSpPr>
        <p:spPr>
          <a:xfrm rot="0">
            <a:off x="152400" y="155575"/>
            <a:ext cx="8832850" cy="6546850"/>
          </a:xfrm>
          <a:prstGeom prst="rect"/>
          <a:noFill/>
          <a:ln w="9525" cap="flat" cmpd="sng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 wrap="none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endParaRPr altLang="en-US" lang="en-US"/>
          </a:p>
        </p:txBody>
      </p:sp>
      <p:sp>
        <p:nvSpPr>
          <p:cNvPr id="1048584" name="Straight Connector 9"/>
          <p:cNvSpPr/>
          <p:nvPr/>
        </p:nvSpPr>
        <p:spPr>
          <a:xfrm rot="0">
            <a:off x="152400" y="1276350"/>
            <a:ext cx="8832850" cy="0"/>
          </a:xfrm>
          <a:prstGeom prst="line"/>
          <a:noFill/>
          <a:ln w="9525" cap="flat" cmpd="sng">
            <a:solidFill>
              <a:srgbClr val="7B9899">
                <a:alpha val="100000"/>
              </a:srgbClr>
            </a:solidFill>
            <a:prstDash val="sysDash"/>
            <a:round/>
          </a:ln>
        </p:spPr>
      </p:sp>
      <p:sp>
        <p:nvSpPr>
          <p:cNvPr id="1048585" name="Oval 11"/>
          <p:cNvSpPr/>
          <p:nvPr/>
        </p:nvSpPr>
        <p:spPr>
          <a:xfrm rot="0">
            <a:off x="4267200" y="955675"/>
            <a:ext cx="609600" cy="609600"/>
          </a:xfrm>
          <a:prstGeom prst="ellipse"/>
          <a:solidFill>
            <a:srgbClr val="FFFFFF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586" name="Oval 14"/>
          <p:cNvSpPr/>
          <p:nvPr/>
        </p:nvSpPr>
        <p:spPr>
          <a:xfrm rot="0">
            <a:off x="4362450" y="1050925"/>
            <a:ext cx="419100" cy="420687"/>
          </a:xfrm>
          <a:prstGeom prst="ellipse"/>
          <a:solidFill>
            <a:srgbClr val="FFFFFF"/>
          </a:solidFill>
          <a:ln w="50800" cap="rnd" cmpd="dbl">
            <a:solidFill>
              <a:srgbClr val="7B9899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endParaRPr altLang="en-US" lang="en-US">
              <a:solidFill>
                <a:srgbClr val="FFFFFF"/>
              </a:solidFill>
            </a:endParaRPr>
          </a:p>
        </p:txBody>
      </p:sp>
      <p:sp>
        <p:nvSpPr>
          <p:cNvPr id="1048587" name="Slide Number Placeholder 22"/>
          <p:cNvSpPr/>
          <p:nvPr>
            <p:ph type="sldNum" sz="quarter" idx="4"/>
          </p:nvPr>
        </p:nvSpPr>
        <p:spPr>
          <a:xfrm rot="0">
            <a:off x="4343400" y="1039812"/>
            <a:ext cx="457200" cy="441325"/>
          </a:xfrm>
          <a:prstGeom prst="rect"/>
          <a:noFill/>
          <a:ln>
            <a:noFill/>
          </a:ln>
        </p:spPr>
        <p:txBody>
          <a:bodyPr anchor="ctr" bIns="45720" lIns="45720" rIns="4572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algn="ctr" lvl="0"/>
            <a:fld id="{566ABCEB-ACFC-4714-9973-3DA970169C29}" type="slidenum">
              <a:rPr altLang="en-US" sz="1600" lang="en-US">
                <a:solidFill>
                  <a:srgbClr val="7B9899"/>
                </a:solidFill>
              </a:rPr>
              <a:pPr algn="ctr" lvl="0"/>
            </a:fld>
            <a:endParaRPr altLang="en-US" sz="1600" lang="en-US">
              <a:solidFill>
                <a:srgbClr val="7B9899"/>
              </a:solidFill>
            </a:endParaRPr>
          </a:p>
        </p:txBody>
      </p:sp>
      <p:sp>
        <p:nvSpPr>
          <p:cNvPr id="1048588" name="Title Placeholder 21"/>
          <p:cNvSpPr/>
          <p:nvPr>
            <p:ph type="title" sz="full" idx="0"/>
          </p:nvPr>
        </p:nvSpPr>
        <p:spPr>
          <a:xfrm rot="0">
            <a:off x="301625" y="228600"/>
            <a:ext cx="8534400" cy="758825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89" name="Text Placeholder 12"/>
          <p:cNvSpPr/>
          <p:nvPr>
            <p:ph type="body" sz="full" idx="1"/>
          </p:nvPr>
        </p:nvSpPr>
        <p:spPr>
          <a:xfrm rot="0">
            <a:off x="301625" y="1524000"/>
            <a:ext cx="8534400" cy="45989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ctr" eaLnBrk="1" hangingPunct="1" latinLnBrk="0" rtl="0">
        <a:spcBef>
          <a:spcPct val="0"/>
        </a:spcBef>
        <a:buNone/>
        <a:defRPr sz="3300" kern="1200" kumimoji="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algn="l" eaLnBrk="1" hangingPunct="1" indent="-274320" latinLnBrk="0" marL="274320" rtl="0">
        <a:spcBef>
          <a:spcPct val="20000"/>
        </a:spcBef>
        <a:buClr>
          <a:schemeClr val="accent1"/>
        </a:buClr>
        <a:buSzPct val="85000"/>
        <a:buFont typeface="Wingdings 2"/>
        <a:buChar char=""/>
        <a:defRPr sz="27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74320" latinLnBrk="0" marL="548640" rtl="0">
        <a:spcBef>
          <a:spcPct val="20000"/>
        </a:spcBef>
        <a:buClr>
          <a:schemeClr val="accent2"/>
        </a:buClr>
        <a:buSzPct val="70000"/>
        <a:buFont typeface="Wingdings"/>
        <a:buChar char=""/>
        <a:defRPr sz="2200" kern="1200" kumimoji="0">
          <a:solidFill>
            <a:schemeClr val="tx2"/>
          </a:solidFill>
          <a:latin typeface="+mn-lt"/>
          <a:ea typeface="+mn-ea"/>
          <a:cs typeface="+mn-cs"/>
        </a:defRPr>
      </a:lvl2pPr>
      <a:lvl3pPr algn="l" eaLnBrk="1" hangingPunct="1" indent="-228600" latinLnBrk="0" marL="822960" rtl="0">
        <a:spcBef>
          <a:spcPct val="20000"/>
        </a:spcBef>
        <a:buClr>
          <a:schemeClr val="accent3"/>
        </a:buClr>
        <a:buSzPct val="75000"/>
        <a:buFont typeface="Wingdings 2"/>
        <a:buChar char="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228600" latinLnBrk="0" marL="1097280" rtl="0">
        <a:spcBef>
          <a:spcPct val="20000"/>
        </a:spcBef>
        <a:buClr>
          <a:schemeClr val="accent4"/>
        </a:buClr>
        <a:buSzPct val="70000"/>
        <a:buFont typeface="Wingdings"/>
        <a:buChar char=""/>
        <a:defRPr sz="2000" kern="1200" kumimoji="0">
          <a:solidFill>
            <a:schemeClr val="tx2"/>
          </a:solidFill>
          <a:latin typeface="+mn-lt"/>
          <a:ea typeface="+mn-ea"/>
          <a:cs typeface="+mn-cs"/>
        </a:defRPr>
      </a:lvl4pPr>
      <a:lvl5pPr algn="l" eaLnBrk="1" hangingPunct="1" indent="-228600" latinLnBrk="0" marL="1371600" rtl="0">
        <a:spcBef>
          <a:spcPct val="20000"/>
        </a:spcBef>
        <a:buClr>
          <a:schemeClr val="accent5"/>
        </a:buClr>
        <a:buFontTx/>
        <a:buChar char="•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182880" latinLnBrk="0" marL="1645920" rtl="0">
        <a:spcBef>
          <a:spcPct val="20000"/>
        </a:spcBef>
        <a:buClr>
          <a:schemeClr val="accent6"/>
        </a:buClr>
        <a:buSzPct val="80000"/>
        <a:buFont typeface="Wingdings 2"/>
        <a:buChar char="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920240" rtl="0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baseline="0" sz="1600"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103120" rtl="0">
        <a:spcBef>
          <a:spcPct val="20000"/>
        </a:spcBef>
        <a:buClr>
          <a:schemeClr val="accent4">
            <a:shade val="75000"/>
          </a:schemeClr>
        </a:buClr>
        <a:buChar char="•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377440" rtl="0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baseline="0" cap="all" sz="1400" kern="1200" kumimoji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hyperlink" Target="http://www.worldofteaching.com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2" name="TextBox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877887" y="285750"/>
            <a:ext cx="7662862" cy="750887"/>
          </a:xfrm>
          <a:prstGeom prst="rect"/>
          <a:noFill/>
          <a:ln>
            <a:noFill/>
          </a:ln>
        </p:spPr>
      </p:pic>
      <p:sp>
        <p:nvSpPr>
          <p:cNvPr id="1048601" name="TextBox 4"/>
          <p:cNvSpPr txBox="1"/>
          <p:nvPr/>
        </p:nvSpPr>
        <p:spPr>
          <a:xfrm rot="0">
            <a:off x="304800" y="1219200"/>
            <a:ext cx="8839200" cy="2186940"/>
          </a:xfrm>
          <a:prstGeom prst="rect"/>
          <a:noFill/>
          <a:ln>
            <a:noFill/>
          </a:ln>
          <a:effectLst>
            <a:outerShdw algn="l" dir="0" dist="38100" kx="0" sx="100000" sy="100000">
              <a:srgbClr val="000000">
                <a:alpha val="39999"/>
              </a:srgbClr>
            </a:outerShdw>
          </a:effectLst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r>
              <a:rPr altLang="en-US" sz="2800" lang="en-US">
                <a:solidFill>
                  <a:srgbClr val="002060"/>
                </a:solidFill>
              </a:rPr>
              <a:t>Definition</a:t>
            </a:r>
            <a:r>
              <a:rPr altLang="en-US" sz="2800" lang="en-US"/>
              <a:t>:-</a:t>
            </a:r>
          </a:p>
          <a:p>
            <a:pPr lvl="0"/>
            <a:endParaRPr altLang="en-US" sz="2800" lang="en-US"/>
          </a:p>
          <a:p>
            <a:pPr lvl="0"/>
            <a:r>
              <a:rPr altLang="en-US" sz="2800" lang="en-US"/>
              <a:t>Preposition is a word, which is used before a noun, a noun phrase or a pronoun , connecting it to another word.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7"/>
                                        <p:tgtEl>
                                          <p:spTgt spid="209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8" nodeType="with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10"/>
                                        <p:tgtEl>
                                          <p:spTgt spid="104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1" grpId="0" uiExpand="0" build="whol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3" name="Title 1"/>
          <p:cNvPicPr>
            <a:picLocks/>
          </p:cNvPicPr>
          <p:nvPr>
            <p:ph type="title" sz="full" idx="0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38125" y="19050"/>
            <a:ext cx="8661400" cy="1066800"/>
          </a:xfrm>
          <a:prstGeom prst="rect"/>
          <a:noFill/>
          <a:ln>
            <a:noFill/>
          </a:ln>
        </p:spPr>
      </p:pic>
      <p:sp>
        <p:nvSpPr>
          <p:cNvPr id="1048621" name="Content Placeholder 2"/>
          <p:cNvSpPr/>
          <p:nvPr>
            <p:ph sz="quarter" idx="6"/>
          </p:nvPr>
        </p:nvSpPr>
        <p:spPr>
          <a:xfrm rot="0">
            <a:off x="304800" y="1905000"/>
            <a:ext cx="8504238" cy="4572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>
              <a:buNone/>
            </a:pPr>
            <a:r>
              <a:rPr altLang="en-US" sz="2700" lang="en-US"/>
              <a:t>@</a:t>
            </a:r>
            <a:r>
              <a:rPr altLang="en-US" sz="2700" lang="en-US">
                <a:solidFill>
                  <a:srgbClr val="FF0000"/>
                </a:solidFill>
              </a:rPr>
              <a:t> Simple prepositions: </a:t>
            </a:r>
            <a:r>
              <a:rPr altLang="en-US" sz="2700" lang="en-US"/>
              <a:t>Prepositions which consists only one word.</a:t>
            </a:r>
          </a:p>
          <a:p>
            <a:pPr lvl="0">
              <a:buNone/>
            </a:pPr>
            <a:r>
              <a:rPr altLang="en-US" sz="2700" lang="en-US"/>
              <a:t>    e.g. in, on, at, with, against etc..,</a:t>
            </a:r>
          </a:p>
          <a:p>
            <a:pPr lvl="0">
              <a:buNone/>
            </a:pPr>
            <a:r>
              <a:rPr altLang="en-US" sz="2700" lang="en-US"/>
              <a:t>@</a:t>
            </a:r>
            <a:r>
              <a:rPr altLang="en-US" sz="2700" lang="en-US">
                <a:solidFill>
                  <a:srgbClr val="FF0000"/>
                </a:solidFill>
              </a:rPr>
              <a:t> Compound prepositions: </a:t>
            </a:r>
            <a:r>
              <a:rPr altLang="en-US" sz="2700" lang="en-US"/>
              <a:t>Prepositions which consists of two or more words.</a:t>
            </a:r>
          </a:p>
          <a:p>
            <a:pPr lvl="0">
              <a:buNone/>
            </a:pPr>
            <a:r>
              <a:rPr altLang="en-US" sz="2700" lang="en-US"/>
              <a:t>    e.g. instead of, in the middle of, by the side of etc..,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2097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4"/>
                                        <p:tgtEl>
                                          <p:spTgt spid="1048621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21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1048621">
                                            <p:txEl>
                                              <p:charRg st="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66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1"/>
                                        <p:tgtEl>
                                          <p:spTgt spid="1048621">
                                            <p:txEl>
                                              <p:charRg st="66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621">
                                            <p:txEl>
                                              <p:charRg st="66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8621">
                                            <p:txEl>
                                              <p:charRg st="66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4">
                      <p:stCondLst>
                        <p:cond delay="indefinite"/>
                      </p:stCondLst>
                      <p:childTnLst>
                        <p:par>
                          <p:cTn fill="hold" id="2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6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108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8"/>
                                        <p:tgtEl>
                                          <p:spTgt spid="1048621">
                                            <p:txEl>
                                              <p:charRg st="108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21">
                                            <p:txEl>
                                              <p:charRg st="108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621">
                                            <p:txEl>
                                              <p:charRg st="108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>
                      <p:stCondLst>
                        <p:cond delay="indefinite"/>
                      </p:stCondLst>
                      <p:childTnLst>
                        <p:par>
                          <p:cTn fill="hold" id="3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3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>
                                            <p:txEl>
                                              <p:charRg st="183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5"/>
                                        <p:tgtEl>
                                          <p:spTgt spid="1048621">
                                            <p:txEl>
                                              <p:charRg st="183" end="2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36"/>
                                        <p:tgtEl>
                                          <p:spTgt spid="1048621">
                                            <p:txEl>
                                              <p:charRg st="183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7"/>
                                        <p:tgtEl>
                                          <p:spTgt spid="1048621">
                                            <p:txEl>
                                              <p:charRg st="183" end="2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1" grpId="0" uiExpand="0" build="p" bldLvl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0" name="Title 1"/>
          <p:cNvSpPr/>
          <p:nvPr>
            <p:ph type="title" sz="full" idx="0"/>
          </p:nvPr>
        </p:nvSpPr>
        <p:spPr>
          <a:xfrm rot="0">
            <a:off x="301625" y="228600"/>
            <a:ext cx="8534400" cy="758825"/>
          </a:xfrm>
          <a:prstGeom prst="rect"/>
          <a:solidFill>
            <a:schemeClr val="dk1">
              <a:alpha val="100000"/>
            </a:schemeClr>
          </a:solidFill>
          <a:ln w="11429" cap="flat" cmpd="sng">
            <a:solidFill>
              <a:srgbClr val="000000">
                <a:alpha val="100000"/>
              </a:srgbClr>
            </a:solidFill>
            <a:prstDash val="sysDash"/>
            <a:round/>
          </a:ln>
        </p:spPr>
        <p:txBody>
          <a:bodyPr anchor="b" bIns="45720" lIns="91440" rIns="91440" tIns="45720" vert="horz"/>
          <a:lstStyle>
            <a:lvl1pPr algn="ctr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300" i="0" u="none">
                <a:solidFill>
                  <a:srgbClr val="7B9899"/>
                </a:solidFill>
                <a:latin typeface="Georgia" pitchFamily="18" charset="0"/>
                <a:sym typeface="Georgia" pitchFamily="18" charset="0"/>
              </a:defRPr>
            </a:lvl1pPr>
          </a:lstStyle>
          <a:p>
            <a:pPr lvl="0"/>
            <a:r>
              <a:rPr altLang="en-US" lang="en-US">
                <a:solidFill>
                  <a:srgbClr val="FFFFFF"/>
                </a:solidFill>
              </a:rPr>
              <a:t>Some prepositions</a:t>
            </a:r>
          </a:p>
        </p:txBody>
      </p:sp>
      <p:pic>
        <p:nvPicPr>
          <p:cNvPr id="2097154" name="Rectangl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871537" y="938212"/>
            <a:ext cx="9144000" cy="4786312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1" presetSubtype="0">
                                  <p:stCondLst>
                                    <p:cond delay="0"/>
                                  </p:stCondLst>
                                  <p:iterate backwards="0"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"/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1" tmFilter="0,0; .5, 1; 1, 1"/>
                                        <p:tgtEl>
                                          <p:spTgt spid="104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2" nodeType="withEffect" presetClass="entr" presetID="41" presetSubtype="0">
                                  <p:stCondLst>
                                    <p:cond delay="0"/>
                                  </p:stCondLst>
                                  <p:iterate backwards="0"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8" tmFilter="0,0; .5, 1; 1, 1"/>
                                        <p:tgtEl>
                                          <p:spTgt spid="209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0" grpId="0" uiExpand="0" build="whol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4" name="Title 2"/>
          <p:cNvSpPr/>
          <p:nvPr>
            <p:ph type="title" sz="full" idx="0"/>
          </p:nvPr>
        </p:nvSpPr>
        <p:spPr>
          <a:xfrm rot="0">
            <a:off x="301625" y="228600"/>
            <a:ext cx="8534400" cy="758825"/>
          </a:xfrm>
          <a:prstGeom prst="rect"/>
          <a:solidFill>
            <a:schemeClr val="dk1">
              <a:alpha val="100000"/>
            </a:schemeClr>
          </a:solidFill>
          <a:ln w="11429" cap="flat" cmpd="sng">
            <a:solidFill>
              <a:srgbClr val="000000">
                <a:alpha val="100000"/>
              </a:srgbClr>
            </a:solidFill>
            <a:prstDash val="sysDash"/>
            <a:round/>
          </a:ln>
        </p:spPr>
        <p:txBody>
          <a:bodyPr anchor="b" bIns="45720" lIns="91440" rIns="91440" tIns="45720" vert="horz"/>
          <a:lstStyle>
            <a:lvl1pPr algn="ctr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300" i="0" u="none">
                <a:solidFill>
                  <a:srgbClr val="7B9899"/>
                </a:solidFill>
                <a:latin typeface="Georgia" pitchFamily="18" charset="0"/>
                <a:sym typeface="Georgia" pitchFamily="18" charset="0"/>
              </a:defRPr>
            </a:lvl1pPr>
          </a:lstStyle>
          <a:p>
            <a:pPr lvl="0"/>
            <a:r>
              <a:rPr altLang="en-US" lang="en-US">
                <a:solidFill>
                  <a:srgbClr val="FFFFFF"/>
                </a:solidFill>
              </a:rPr>
              <a:t>Kinds of Prepositions</a:t>
            </a:r>
          </a:p>
        </p:txBody>
      </p:sp>
      <p:pic>
        <p:nvPicPr>
          <p:cNvPr id="2097155" name="TextBox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73025" y="1298575"/>
            <a:ext cx="7858125" cy="2633662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0"/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1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1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0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2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4" grpId="0" uiExpand="0" build="whol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53" name=""/>
          <p:cNvGrpSpPr/>
          <p:nvPr/>
        </p:nvGrpSpPr>
        <p:grpSpPr>
          <a:xfrm rot="0">
            <a:off x="231775" y="133350"/>
            <a:ext cx="8972550" cy="946150"/>
            <a:chOff x="146" y="84"/>
            <a:chExt cx="5652" cy="596"/>
          </a:xfrm>
        </p:grpSpPr>
        <p:pic>
          <p:nvPicPr>
            <p:cNvPr id="2097156" name="Title 1"/>
            <p:cNvPicPr>
              <a:picLocks/>
            </p:cNvPicPr>
            <p:nvPr/>
          </p:nvPicPr>
          <p:blipFill>
            <a:blip xmlns:r="http://schemas.openxmlformats.org/officeDocument/2006/relationships" r:embed="rId1"/>
            <a:srcRect l="0" t="0" r="0" b="0"/>
            <a:stretch>
              <a:fillRect/>
            </a:stretch>
          </p:blipFill>
          <p:spPr>
            <a:xfrm rot="0">
              <a:off x="146" y="84"/>
              <a:ext cx="5652" cy="596"/>
            </a:xfrm>
            <a:prstGeom prst="rect"/>
            <a:noFill/>
            <a:ln>
              <a:noFill/>
            </a:ln>
          </p:spPr>
        </p:pic>
        <p:sp>
          <p:nvSpPr>
            <p:cNvPr id="1048648" name=""/>
            <p:cNvSpPr txBox="1"/>
            <p:nvPr/>
          </p:nvSpPr>
          <p:spPr>
            <a:xfrm rot="0">
              <a:off x="190" y="144"/>
              <a:ext cx="5570" cy="478"/>
            </a:xfrm>
            <a:prstGeom prst="rect"/>
            <a:noFill/>
            <a:ln>
              <a:noFill/>
            </a:ln>
          </p:spPr>
          <p:txBody>
            <a:bodyPr anchor="b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algn="ctr" lvl="0"/>
              <a:r>
                <a:rPr altLang="en-US" b="1" sz="4000" lang="en-US">
                  <a:solidFill>
                    <a:srgbClr val="FFFFFF"/>
                  </a:solidFill>
                </a:rPr>
                <a:t>Prepositions of Place</a:t>
              </a:r>
            </a:p>
          </p:txBody>
        </p:sp>
      </p:grpSp>
      <p:grpSp>
        <p:nvGrpSpPr>
          <p:cNvPr id="54" name=""/>
          <p:cNvGrpSpPr/>
          <p:nvPr/>
        </p:nvGrpSpPr>
        <p:grpSpPr>
          <a:xfrm rot="0">
            <a:off x="225425" y="1365250"/>
            <a:ext cx="8772525" cy="5151437"/>
            <a:chOff x="142" y="860"/>
            <a:chExt cx="5526" cy="3245"/>
          </a:xfrm>
        </p:grpSpPr>
        <p:pic>
          <p:nvPicPr>
            <p:cNvPr id="2097157" name="TextBox 2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rcRect l="0" t="0" r="0" b="0"/>
            <a:stretch>
              <a:fillRect/>
            </a:stretch>
          </p:blipFill>
          <p:spPr>
            <a:xfrm rot="0">
              <a:off x="142" y="860"/>
              <a:ext cx="5526" cy="3245"/>
            </a:xfrm>
            <a:prstGeom prst="rect"/>
            <a:noFill/>
            <a:ln>
              <a:noFill/>
            </a:ln>
          </p:spPr>
        </p:pic>
        <p:sp>
          <p:nvSpPr>
            <p:cNvPr id="1048649" name=""/>
            <p:cNvSpPr txBox="1"/>
            <p:nvPr/>
          </p:nvSpPr>
          <p:spPr>
            <a:xfrm rot="0">
              <a:off x="240" y="960"/>
              <a:ext cx="5328" cy="3044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>
              <a:spAutoFit/>
            </a:bodyPr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lvl="0"/>
              <a:r>
                <a:rPr altLang="en-US" b="1" sz="2400" lang="en-US">
                  <a:solidFill>
                    <a:srgbClr val="000000"/>
                  </a:solidFill>
                </a:rPr>
                <a:t>Some prepositions show where something happens. They are </a:t>
              </a:r>
              <a:r>
                <a:rPr altLang="en-US" b="1" sz="2400" lang="en-US">
                  <a:solidFill>
                    <a:srgbClr val="000000"/>
                  </a:solidFill>
                </a:rPr>
                <a:t>called prepositions </a:t>
              </a:r>
              <a:r>
                <a:rPr altLang="en-US" b="1" sz="2400" lang="en-US">
                  <a:solidFill>
                    <a:srgbClr val="000000"/>
                  </a:solidFill>
                </a:rPr>
                <a:t>of place</a:t>
              </a:r>
              <a:r>
                <a:rPr altLang="en-US" b="1" sz="2400" lang="en-US">
                  <a:solidFill>
                    <a:srgbClr val="000000"/>
                  </a:solidFill>
                </a:rPr>
                <a:t>.</a:t>
              </a:r>
            </a:p>
            <a:p>
              <a:pPr lvl="0"/>
              <a:r>
                <a:rPr altLang="en-US" sz="2000" lang="en-US">
                  <a:solidFill>
                    <a:srgbClr val="000000"/>
                  </a:solidFill>
                </a:rPr>
                <a:t>Examples:-</a:t>
              </a:r>
            </a:p>
            <a:p>
              <a:pPr lvl="0"/>
              <a:endParaRPr altLang="en-US" sz="2000" lang="en-US">
                <a:solidFill>
                  <a:srgbClr val="000000"/>
                </a:solidFill>
              </a:endParaRP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/>
                <a:t>Sanny  </a:t>
              </a:r>
              <a:r>
                <a:rPr altLang="en-US" sz="2000" lang="en-US"/>
                <a:t>was sitting</a:t>
              </a:r>
              <a:r>
                <a:rPr altLang="en-US" sz="2000" lang="en-US" u="sng"/>
                <a:t> </a:t>
              </a:r>
              <a:r>
                <a:rPr altLang="en-US" sz="2000" i="1" lang="en-US" u="sng"/>
                <a:t>under</a:t>
              </a:r>
              <a:r>
                <a:rPr altLang="en-US" sz="2000" lang="en-US" u="sng"/>
                <a:t> </a:t>
              </a:r>
              <a:r>
                <a:rPr altLang="en-US" sz="2000" lang="en-US"/>
                <a:t>a tree.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/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/>
                <a:t>There’s </a:t>
              </a:r>
              <a:r>
                <a:rPr altLang="en-US" sz="2000" lang="en-US"/>
                <a:t>a wooden floor </a:t>
              </a:r>
              <a:r>
                <a:rPr altLang="en-US" sz="2000" i="1" lang="en-US" u="sng"/>
                <a:t>underneath</a:t>
              </a:r>
              <a:r>
                <a:rPr altLang="en-US" sz="2000" lang="en-US" u="sng"/>
                <a:t> </a:t>
              </a:r>
              <a:r>
                <a:rPr altLang="en-US" sz="2000" lang="en-US"/>
                <a:t>the carpet.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/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/>
                <a:t> Some </a:t>
              </a:r>
              <a:r>
                <a:rPr altLang="en-US" sz="2000" lang="en-US"/>
                <a:t>geese flew </a:t>
              </a:r>
              <a:r>
                <a:rPr altLang="en-US" sz="2000" i="1" lang="en-US" u="sng"/>
                <a:t>over</a:t>
              </a:r>
              <a:r>
                <a:rPr altLang="en-US" sz="2000" i="1" lang="en-US"/>
                <a:t> </a:t>
              </a:r>
              <a:r>
                <a:rPr altLang="en-US" sz="2000" lang="en-US"/>
                <a:t>their house.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/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/>
                <a:t>John </a:t>
              </a:r>
              <a:r>
                <a:rPr altLang="en-US" sz="2000" lang="en-US"/>
                <a:t>and Sarah were hiding </a:t>
              </a:r>
              <a:r>
                <a:rPr altLang="en-US" sz="2000" i="1" lang="en-US" u="sng"/>
                <a:t>inside</a:t>
              </a:r>
              <a:r>
                <a:rPr altLang="en-US" sz="2000" i="1" lang="en-US"/>
                <a:t> </a:t>
              </a:r>
              <a:r>
                <a:rPr altLang="en-US" sz="2000" lang="en-US"/>
                <a:t>the wardrobe.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/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/>
                <a:t>There </a:t>
              </a:r>
              <a:r>
                <a:rPr altLang="en-US" sz="2000" lang="en-US"/>
                <a:t>was a tree </a:t>
              </a:r>
              <a:r>
                <a:rPr altLang="en-US" sz="2000" i="1" lang="en-US" u="sng"/>
                <a:t>beside</a:t>
              </a:r>
              <a:r>
                <a:rPr altLang="en-US" sz="2000" lang="en-US"/>
                <a:t> the river.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/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/>
                <a:t>I </a:t>
              </a:r>
              <a:r>
                <a:rPr altLang="en-US" sz="2000" lang="en-US"/>
                <a:t>have a friend who lives </a:t>
              </a:r>
              <a:r>
                <a:rPr altLang="en-US" sz="2000" i="1" lang="en-US" u="sng"/>
                <a:t>in</a:t>
              </a:r>
              <a:r>
                <a:rPr altLang="en-US" sz="2000" i="1" lang="en-US"/>
                <a:t> </a:t>
              </a:r>
              <a:r>
                <a:rPr altLang="en-US" sz="2000" lang="en-US"/>
                <a:t>America.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id="5" nodeType="clickEffect" presetClass="entr" presetID="49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decel="100000" fill="hold" id="11" nodeType="withEffect" presetClass="entr" presetID="49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16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58" name=""/>
          <p:cNvGrpSpPr/>
          <p:nvPr/>
        </p:nvGrpSpPr>
        <p:grpSpPr>
          <a:xfrm rot="0">
            <a:off x="238125" y="188912"/>
            <a:ext cx="8661400" cy="890587"/>
            <a:chOff x="150" y="119"/>
            <a:chExt cx="5456" cy="561"/>
          </a:xfrm>
        </p:grpSpPr>
        <p:pic>
          <p:nvPicPr>
            <p:cNvPr id="2097158" name="Title 1"/>
            <p:cNvPicPr>
              <a:picLocks/>
            </p:cNvPicPr>
            <p:nvPr/>
          </p:nvPicPr>
          <p:blipFill>
            <a:blip xmlns:r="http://schemas.openxmlformats.org/officeDocument/2006/relationships" r:embed="rId1"/>
            <a:srcRect l="0" t="0" r="0" b="0"/>
            <a:stretch>
              <a:fillRect/>
            </a:stretch>
          </p:blipFill>
          <p:spPr>
            <a:xfrm rot="0">
              <a:off x="150" y="119"/>
              <a:ext cx="5456" cy="561"/>
            </a:xfrm>
            <a:prstGeom prst="rect"/>
            <a:noFill/>
            <a:ln>
              <a:noFill/>
            </a:ln>
          </p:spPr>
        </p:pic>
        <p:sp>
          <p:nvSpPr>
            <p:cNvPr id="1048653" name=""/>
            <p:cNvSpPr txBox="1"/>
            <p:nvPr/>
          </p:nvSpPr>
          <p:spPr>
            <a:xfrm rot="0">
              <a:off x="190" y="144"/>
              <a:ext cx="5376" cy="478"/>
            </a:xfrm>
            <a:prstGeom prst="rect"/>
            <a:noFill/>
            <a:ln>
              <a:noFill/>
            </a:ln>
          </p:spPr>
          <p:txBody>
            <a:bodyPr anchor="b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algn="ctr" lvl="0"/>
              <a:r>
                <a:rPr altLang="en-US" b="1" sz="3300" lang="en-US">
                  <a:solidFill>
                    <a:srgbClr val="FFFFFF"/>
                  </a:solidFill>
                </a:rPr>
                <a:t> Prepositions of Time</a:t>
              </a:r>
            </a:p>
          </p:txBody>
        </p:sp>
      </p:grpSp>
      <p:grpSp>
        <p:nvGrpSpPr>
          <p:cNvPr id="59" name=""/>
          <p:cNvGrpSpPr/>
          <p:nvPr/>
        </p:nvGrpSpPr>
        <p:grpSpPr>
          <a:xfrm rot="0">
            <a:off x="66675" y="1133475"/>
            <a:ext cx="9315450" cy="4999037"/>
            <a:chOff x="42" y="714"/>
            <a:chExt cx="5868" cy="3149"/>
          </a:xfrm>
        </p:grpSpPr>
        <p:pic>
          <p:nvPicPr>
            <p:cNvPr id="2097159" name="TextBox 3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rcRect l="0" t="0" r="0" b="0"/>
            <a:stretch>
              <a:fillRect/>
            </a:stretch>
          </p:blipFill>
          <p:spPr>
            <a:xfrm rot="0">
              <a:off x="42" y="714"/>
              <a:ext cx="5868" cy="3149"/>
            </a:xfrm>
            <a:prstGeom prst="rect"/>
            <a:noFill/>
            <a:ln>
              <a:noFill/>
            </a:ln>
          </p:spPr>
        </p:pic>
        <p:sp>
          <p:nvSpPr>
            <p:cNvPr id="1048654" name=""/>
            <p:cNvSpPr txBox="1"/>
            <p:nvPr/>
          </p:nvSpPr>
          <p:spPr>
            <a:xfrm rot="0">
              <a:off x="192" y="864"/>
              <a:ext cx="5568" cy="2850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>
              <a:spAutoFit/>
            </a:bodyPr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lvl="0"/>
              <a:r>
                <a:rPr altLang="en-US" b="1" sz="2400" lang="en-US"/>
                <a:t>Some prepositions show when something happens. They are called </a:t>
              </a:r>
              <a:r>
                <a:rPr altLang="en-US" b="1" sz="2400" lang="en-US"/>
                <a:t>prepositions of </a:t>
              </a:r>
              <a:r>
                <a:rPr altLang="en-US" b="1" sz="2400" lang="en-US"/>
                <a:t>time</a:t>
              </a:r>
              <a:r>
                <a:rPr altLang="en-US" b="1" sz="2400" lang="en-US"/>
                <a:t>.</a:t>
              </a:r>
            </a:p>
            <a:p>
              <a:pPr lvl="0"/>
              <a:r>
                <a:rPr altLang="en-US" sz="2000" lang="en-US"/>
                <a:t>Examples:-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School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starts</a:t>
              </a:r>
              <a:r>
                <a:rPr altLang="en-US" sz="2000" i="1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</a:t>
              </a:r>
              <a:r>
                <a:rPr altLang="en-US" b="1" sz="2000" i="1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at</a:t>
              </a:r>
              <a:r>
                <a:rPr altLang="en-US" b="1" sz="2000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nine o’clock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>
                <a:effectLst>
                  <a:outerShdw algn="tl" blurRad="38100" dir="2700000" dist="38100">
                    <a:srgbClr val="C0C0C0"/>
                  </a:outerShdw>
                </a:effectLst>
              </a:endParaRP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We’re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going to the zoo </a:t>
              </a:r>
              <a:r>
                <a:rPr altLang="en-US" b="1" sz="2000" i="1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on</a:t>
              </a:r>
              <a:r>
                <a:rPr altLang="en-US" sz="2000" i="1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Saturday.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>
                <a:effectLst>
                  <a:outerShdw algn="tl" blurRad="38100" dir="2700000" dist="38100">
                    <a:srgbClr val="C0C0C0"/>
                  </a:outerShdw>
                </a:effectLst>
              </a:endParaRP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No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, you can’t watch a video. It’s</a:t>
              </a:r>
              <a:r>
                <a:rPr altLang="en-US" b="1" sz="2000" i="1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</a:t>
              </a:r>
              <a:r>
                <a:rPr altLang="en-US" b="1" sz="2000" i="1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past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your bedtime already.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>
                <a:effectLst>
                  <a:outerShdw algn="tl" blurRad="38100" dir="2700000" dist="38100">
                    <a:srgbClr val="C0C0C0"/>
                  </a:outerShdw>
                </a:effectLst>
              </a:endParaRP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visited my grandparents</a:t>
              </a:r>
              <a:r>
                <a:rPr altLang="en-US" b="1" sz="2000" i="1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during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the summer.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>
                <a:effectLst>
                  <a:outerShdw algn="tl" blurRad="38100" dir="2700000" dist="38100">
                    <a:srgbClr val="C0C0C0"/>
                  </a:outerShdw>
                </a:effectLst>
              </a:endParaRP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You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must finish the work </a:t>
              </a:r>
              <a:r>
                <a:rPr altLang="en-US" b="1" sz="2000" i="1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by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 Friday.</a:t>
              </a: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endParaRPr altLang="en-US" sz="2000" lang="en-US">
                <a:effectLst>
                  <a:outerShdw algn="tl" blurRad="38100" dir="2700000" dist="38100">
                    <a:srgbClr val="C0C0C0"/>
                  </a:outerShdw>
                </a:effectLst>
              </a:endParaRPr>
            </a:p>
            <a:p>
              <a:pPr lvl="0">
                <a:buFontTx/>
                <a:buBlip>
                  <a:blip xmlns:r="http://schemas.openxmlformats.org/officeDocument/2006/relationships" r:embed="rId3"/>
                </a:buBlip>
              </a:pP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I’ll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do my homework </a:t>
              </a:r>
              <a:r>
                <a:rPr altLang="en-US" b="1" sz="2000" i="1" lang="en-US" u="sng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before </a:t>
              </a:r>
              <a:r>
                <a:rPr altLang="en-US" sz="2000" lang="en-US">
                  <a:effectLst>
                    <a:outerShdw algn="tl" blurRad="38100" dir="2700000" dist="38100">
                      <a:srgbClr val="C0C0C0"/>
                    </a:outerShdw>
                  </a:effectLst>
                </a:rPr>
                <a:t>dinner.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4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" nodeType="withEffect" presetClass="entr" presetID="4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2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63" name=""/>
          <p:cNvGrpSpPr/>
          <p:nvPr/>
        </p:nvGrpSpPr>
        <p:grpSpPr>
          <a:xfrm rot="0">
            <a:off x="238125" y="188912"/>
            <a:ext cx="8661400" cy="890587"/>
            <a:chOff x="150" y="119"/>
            <a:chExt cx="5456" cy="561"/>
          </a:xfrm>
        </p:grpSpPr>
        <p:pic>
          <p:nvPicPr>
            <p:cNvPr id="2097160" name="Title 1"/>
            <p:cNvPicPr>
              <a:picLocks/>
            </p:cNvPicPr>
            <p:nvPr/>
          </p:nvPicPr>
          <p:blipFill>
            <a:blip xmlns:r="http://schemas.openxmlformats.org/officeDocument/2006/relationships" r:embed="rId1"/>
            <a:srcRect l="0" t="0" r="0" b="0"/>
            <a:stretch>
              <a:fillRect/>
            </a:stretch>
          </p:blipFill>
          <p:spPr>
            <a:xfrm rot="0">
              <a:off x="150" y="119"/>
              <a:ext cx="5456" cy="561"/>
            </a:xfrm>
            <a:prstGeom prst="rect"/>
            <a:noFill/>
            <a:ln>
              <a:noFill/>
            </a:ln>
          </p:spPr>
        </p:pic>
        <p:sp>
          <p:nvSpPr>
            <p:cNvPr id="1048658" name=""/>
            <p:cNvSpPr txBox="1"/>
            <p:nvPr/>
          </p:nvSpPr>
          <p:spPr>
            <a:xfrm rot="0">
              <a:off x="190" y="144"/>
              <a:ext cx="5376" cy="478"/>
            </a:xfrm>
            <a:prstGeom prst="rect"/>
            <a:noFill/>
            <a:ln>
              <a:noFill/>
            </a:ln>
          </p:spPr>
          <p:txBody>
            <a:bodyPr anchor="b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algn="ctr" lvl="0"/>
              <a:r>
                <a:rPr altLang="en-US" b="1" sz="3300" lang="en-US">
                  <a:solidFill>
                    <a:srgbClr val="FFFFFF"/>
                  </a:solidFill>
                </a:rPr>
                <a:t>Prepositions of Direction</a:t>
              </a:r>
            </a:p>
          </p:txBody>
        </p:sp>
      </p:grpSp>
      <p:sp>
        <p:nvSpPr>
          <p:cNvPr id="1048659" name="TextBox 2"/>
          <p:cNvSpPr txBox="1"/>
          <p:nvPr/>
        </p:nvSpPr>
        <p:spPr>
          <a:xfrm rot="0">
            <a:off x="381000" y="1371600"/>
            <a:ext cx="8763000" cy="51403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r>
              <a:rPr altLang="en-US" b="1" sz="2400" lang="en-US"/>
              <a:t>Some prepositions show where something is going. They are called </a:t>
            </a:r>
            <a:r>
              <a:rPr altLang="en-US" b="1" sz="2400" lang="en-US"/>
              <a:t>prepositions of </a:t>
            </a:r>
            <a:r>
              <a:rPr altLang="en-US" b="1" sz="2400" lang="en-US"/>
              <a:t>direction</a:t>
            </a:r>
            <a:r>
              <a:rPr altLang="en-US" b="1" sz="2400" lang="en-US"/>
              <a:t>.</a:t>
            </a:r>
          </a:p>
          <a:p>
            <a:pPr lvl="0"/>
            <a:endParaRPr altLang="en-US" sz="2000" lang="en-US"/>
          </a:p>
          <a:p>
            <a:pPr lvl="0"/>
            <a:r>
              <a:rPr altLang="en-US" sz="2000" lang="en-US"/>
              <a:t>Examples:-</a:t>
            </a:r>
          </a:p>
          <a:p>
            <a:pPr lvl="0"/>
            <a:endParaRPr altLang="en-US" sz="2400" lang="en-US"/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2400" lang="en-US"/>
              <a:t>The </a:t>
            </a:r>
            <a:r>
              <a:rPr altLang="en-US" sz="2400" lang="en-US"/>
              <a:t>boys chased </a:t>
            </a:r>
            <a:r>
              <a:rPr altLang="en-US" b="1" sz="2400" i="1" lang="en-US" u="sng"/>
              <a:t>after</a:t>
            </a:r>
            <a:r>
              <a:rPr altLang="en-US" sz="2400" lang="en-US"/>
              <a:t> each other.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endParaRPr altLang="en-US" sz="2400" lang="en-US"/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2400" lang="en-US"/>
              <a:t>The </a:t>
            </a:r>
            <a:r>
              <a:rPr altLang="en-US" sz="2400" lang="en-US"/>
              <a:t>football rolled </a:t>
            </a:r>
            <a:r>
              <a:rPr altLang="en-US" b="1" sz="2400" i="1" lang="en-US" u="sng"/>
              <a:t>down</a:t>
            </a:r>
            <a:r>
              <a:rPr altLang="en-US" sz="2400" lang="en-US"/>
              <a:t> the hill.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endParaRPr altLang="en-US" sz="2400" lang="en-US"/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2400" lang="en-US"/>
              <a:t>A </a:t>
            </a:r>
            <a:r>
              <a:rPr altLang="en-US" sz="2400" lang="en-US"/>
              <a:t>man was walking his dog </a:t>
            </a:r>
            <a:r>
              <a:rPr altLang="en-US" b="1" sz="2400" i="1" lang="en-US" u="sng"/>
              <a:t>along</a:t>
            </a:r>
            <a:r>
              <a:rPr altLang="en-US" sz="2400" lang="en-US"/>
              <a:t> the riverbank.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endParaRPr altLang="en-US" sz="2400" lang="en-US"/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2400" lang="en-US"/>
              <a:t>The </a:t>
            </a:r>
            <a:r>
              <a:rPr altLang="en-US" sz="2400" lang="en-US"/>
              <a:t>freeway goes </a:t>
            </a:r>
            <a:r>
              <a:rPr altLang="en-US" b="1" sz="2400" i="1" lang="en-US" u="sng"/>
              <a:t>right</a:t>
            </a:r>
            <a:r>
              <a:rPr altLang="en-US" sz="2400" lang="en-US"/>
              <a:t> through the city.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endParaRPr altLang="en-US" sz="2400" lang="en-US"/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2400" lang="en-US"/>
              <a:t>We </a:t>
            </a:r>
            <a:r>
              <a:rPr altLang="en-US" sz="2400" lang="en-US"/>
              <a:t>were travelling </a:t>
            </a:r>
            <a:r>
              <a:rPr altLang="en-US" b="1" sz="2400" i="1" lang="en-US" u="sng"/>
              <a:t>towards</a:t>
            </a:r>
            <a:r>
              <a:rPr altLang="en-US" sz="2400" lang="en-US"/>
              <a:t> Miami</a:t>
            </a:r>
            <a:r>
              <a:rPr altLang="en-US" sz="2400" lang="en-US"/>
              <a:t>. 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4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" fill="hold" id="7"/>
                                        <p:tgtEl>
                                          <p:spTgt spid="6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8" nodeType="withEffect" presetClass="entr" presetID="24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" fill="hold" id="10"/>
                                        <p:tgtEl>
                                          <p:spTgt spid="104865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9" grpId="0" uiExpand="0" build="whol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6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67" name=""/>
          <p:cNvGrpSpPr/>
          <p:nvPr/>
        </p:nvGrpSpPr>
        <p:grpSpPr>
          <a:xfrm rot="0">
            <a:off x="238125" y="188912"/>
            <a:ext cx="8661400" cy="890587"/>
            <a:chOff x="150" y="119"/>
            <a:chExt cx="5456" cy="561"/>
          </a:xfrm>
        </p:grpSpPr>
        <p:pic>
          <p:nvPicPr>
            <p:cNvPr id="2097161" name="Title 1"/>
            <p:cNvPicPr>
              <a:picLocks/>
            </p:cNvPicPr>
            <p:nvPr/>
          </p:nvPicPr>
          <p:blipFill>
            <a:blip xmlns:r="http://schemas.openxmlformats.org/officeDocument/2006/relationships" r:embed="rId1"/>
            <a:srcRect l="0" t="0" r="0" b="0"/>
            <a:stretch>
              <a:fillRect/>
            </a:stretch>
          </p:blipFill>
          <p:spPr>
            <a:xfrm rot="0">
              <a:off x="150" y="119"/>
              <a:ext cx="5456" cy="561"/>
            </a:xfrm>
            <a:prstGeom prst="rect"/>
            <a:noFill/>
            <a:ln>
              <a:noFill/>
            </a:ln>
          </p:spPr>
        </p:pic>
        <p:sp>
          <p:nvSpPr>
            <p:cNvPr id="1048663" name=""/>
            <p:cNvSpPr txBox="1"/>
            <p:nvPr/>
          </p:nvSpPr>
          <p:spPr>
            <a:xfrm rot="0">
              <a:off x="190" y="144"/>
              <a:ext cx="5376" cy="478"/>
            </a:xfrm>
            <a:prstGeom prst="rect"/>
            <a:noFill/>
            <a:ln>
              <a:noFill/>
            </a:ln>
          </p:spPr>
          <p:txBody>
            <a:bodyPr anchor="b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algn="ctr" lvl="0"/>
              <a:r>
                <a:rPr altLang="en-US" b="1" sz="3300" lang="en-US">
                  <a:solidFill>
                    <a:srgbClr val="FFFFFF"/>
                  </a:solidFill>
                </a:rPr>
                <a:t>Prepositions with special uses</a:t>
              </a:r>
            </a:p>
          </p:txBody>
        </p:sp>
      </p:grpSp>
      <p:sp>
        <p:nvSpPr>
          <p:cNvPr id="1048664" name="Rectangle 3"/>
          <p:cNvSpPr/>
          <p:nvPr/>
        </p:nvSpPr>
        <p:spPr>
          <a:xfrm rot="0">
            <a:off x="609600" y="1981200"/>
            <a:ext cx="8305800" cy="35401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3200" lang="en-US"/>
              <a:t> Our modules are full </a:t>
            </a:r>
            <a:r>
              <a:rPr altLang="en-US" sz="3200" lang="en-US">
                <a:solidFill>
                  <a:srgbClr val="FF0000"/>
                </a:solidFill>
              </a:rPr>
              <a:t>of</a:t>
            </a:r>
            <a:r>
              <a:rPr altLang="en-US" sz="3200" lang="en-US"/>
              <a:t> real life  examples.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3200" lang="en-US"/>
              <a:t> I ate a plate </a:t>
            </a:r>
            <a:r>
              <a:rPr altLang="en-US" sz="3200" lang="en-US">
                <a:solidFill>
                  <a:srgbClr val="FF0000"/>
                </a:solidFill>
              </a:rPr>
              <a:t>of</a:t>
            </a:r>
            <a:r>
              <a:rPr altLang="en-US" sz="3200" lang="en-US"/>
              <a:t> rice and a quarter </a:t>
            </a:r>
            <a:r>
              <a:rPr altLang="en-US" sz="3200" lang="en-US">
                <a:solidFill>
                  <a:srgbClr val="FF0000"/>
                </a:solidFill>
              </a:rPr>
              <a:t>of</a:t>
            </a:r>
            <a:r>
              <a:rPr altLang="en-US" sz="3200" lang="en-US"/>
              <a:t> milk.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3200" lang="en-US"/>
              <a:t> Would you like a glass </a:t>
            </a:r>
            <a:r>
              <a:rPr altLang="en-US" sz="3200" lang="en-US">
                <a:solidFill>
                  <a:srgbClr val="FF0000"/>
                </a:solidFill>
              </a:rPr>
              <a:t>of</a:t>
            </a:r>
            <a:r>
              <a:rPr altLang="en-US" sz="3200" lang="en-US"/>
              <a:t> lemon juice?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3200" lang="en-US"/>
              <a:t>  I need three pieces </a:t>
            </a:r>
            <a:r>
              <a:rPr altLang="en-US" sz="3200" lang="en-US">
                <a:solidFill>
                  <a:srgbClr val="FF0000"/>
                </a:solidFill>
              </a:rPr>
              <a:t>of</a:t>
            </a:r>
            <a:r>
              <a:rPr altLang="en-US" sz="3200" lang="en-US"/>
              <a:t> paper.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3200" lang="en-US"/>
              <a:t> Most </a:t>
            </a:r>
            <a:r>
              <a:rPr altLang="en-US" sz="3200" lang="en-US">
                <a:solidFill>
                  <a:srgbClr val="FF0000"/>
                </a:solidFill>
              </a:rPr>
              <a:t>of </a:t>
            </a:r>
            <a:r>
              <a:rPr altLang="en-US" sz="3200" lang="en-US"/>
              <a:t>the children in my class like Education.</a:t>
            </a:r>
          </a:p>
          <a:p>
            <a:pPr lvl="0">
              <a:buFontTx/>
              <a:buBlip>
                <a:blip xmlns:r="http://schemas.openxmlformats.org/officeDocument/2006/relationships" r:embed="rId2"/>
              </a:buBlip>
            </a:pPr>
            <a:r>
              <a:rPr altLang="en-US" sz="3200" lang="en-US"/>
              <a:t> There are several ways </a:t>
            </a:r>
            <a:r>
              <a:rPr altLang="en-US" sz="3200" lang="en-US">
                <a:solidFill>
                  <a:srgbClr val="FF0000"/>
                </a:solidFill>
              </a:rPr>
              <a:t>of</a:t>
            </a:r>
            <a:r>
              <a:rPr altLang="en-US" sz="3200" lang="en-US"/>
              <a:t> cooking Upma. </a:t>
            </a:r>
          </a:p>
        </p:txBody>
      </p:sp>
      <p:sp>
        <p:nvSpPr>
          <p:cNvPr id="1048665" name="TextBox 4"/>
          <p:cNvSpPr txBox="1"/>
          <p:nvPr/>
        </p:nvSpPr>
        <p:spPr>
          <a:xfrm rot="0">
            <a:off x="762000" y="1524000"/>
            <a:ext cx="2819400" cy="584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r>
              <a:rPr altLang="en-US" sz="3200" lang="en-US"/>
              <a:t>Usage of</a:t>
            </a:r>
            <a:r>
              <a:rPr altLang="en-US" b="1" sz="3200" i="1" lang="en-US" u="sng"/>
              <a:t> OF</a:t>
            </a:r>
            <a:r>
              <a:rPr altLang="en-US" lang="en-US"/>
              <a:t> </a:t>
            </a:r>
          </a:p>
        </p:txBody>
      </p:sp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3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7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8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1800" fill="hold" id="9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200" fill="hold" id="10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1" nodeType="withEffect" presetClass="entr" presetID="3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13"/>
                                        <p:tgtEl>
                                          <p:spTgt spid="1048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14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1800" fill="hold" id="15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200" fill="hold" id="16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17" nodeType="withEffect" presetClass="entr" presetID="37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000" id="19"/>
                                        <p:tgtEl>
                                          <p:spTgt spid="1048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2000" fill="hold" id="20"/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100000" dur="1800" fill="hold" id="21"/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100000" dur="200" fill="hold" id="22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4" grpId="0" uiExpand="0" build="whole"/>
      <p:bldP spid="1048665" grpId="0" uiExpand="0" build="whol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62" name="TextBox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-42862" y="-188912"/>
            <a:ext cx="9193212" cy="7040562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0"/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1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1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0"/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2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2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0"/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3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5" nodeType="with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3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40"/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4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4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50"/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5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55" nodeType="with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5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5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60"/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6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6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6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6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69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70"/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7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73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74" name=""/>
          <p:cNvGrpSpPr/>
          <p:nvPr/>
        </p:nvGrpSpPr>
        <p:grpSpPr>
          <a:xfrm rot="0">
            <a:off x="244475" y="285750"/>
            <a:ext cx="8277225" cy="5353050"/>
            <a:chOff x="154" y="180"/>
            <a:chExt cx="5214" cy="3372"/>
          </a:xfrm>
        </p:grpSpPr>
        <p:pic>
          <p:nvPicPr>
            <p:cNvPr id="2097163" name="TextBox 1"/>
            <p:cNvPicPr>
              <a:picLocks/>
            </p:cNvPicPr>
            <p:nvPr/>
          </p:nvPicPr>
          <p:blipFill>
            <a:blip xmlns:r="http://schemas.openxmlformats.org/officeDocument/2006/relationships" r:embed="rId1"/>
            <a:srcRect l="0" t="0" r="0" b="0"/>
            <a:stretch>
              <a:fillRect/>
            </a:stretch>
          </p:blipFill>
          <p:spPr>
            <a:xfrm rot="0">
              <a:off x="154" y="180"/>
              <a:ext cx="5214" cy="3372"/>
            </a:xfrm>
            <a:prstGeom prst="rect"/>
            <a:noFill/>
            <a:ln>
              <a:noFill/>
            </a:ln>
          </p:spPr>
        </p:pic>
        <p:sp>
          <p:nvSpPr>
            <p:cNvPr id="1048672" name=""/>
            <p:cNvSpPr txBox="1"/>
            <p:nvPr/>
          </p:nvSpPr>
          <p:spPr>
            <a:xfrm rot="0">
              <a:off x="240" y="240"/>
              <a:ext cx="4896" cy="3083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>
              <a:spAutoFit/>
            </a:bodyPr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lvl="0"/>
              <a:r>
                <a:rPr altLang="en-US" b="1" sz="2400" lang="en-US"/>
                <a:t>Usage of  “WITH”</a:t>
              </a:r>
            </a:p>
            <a:p>
              <a:pPr lvl="0"/>
              <a:endParaRPr altLang="en-US" b="1" sz="2400" lang="en-US"/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400" lang="en-US"/>
                <a:t> He </a:t>
              </a:r>
              <a:r>
                <a:rPr altLang="en-US" sz="2400" lang="en-US"/>
                <a:t>pounds nails </a:t>
              </a:r>
              <a:r>
                <a:rPr altLang="en-US" b="1" sz="2400" i="1" lang="en-US" u="sng"/>
                <a:t> </a:t>
              </a:r>
              <a:r>
                <a:rPr altLang="en-US" b="1" sz="2400" i="1" lang="en-US" u="sng"/>
                <a:t>with </a:t>
              </a:r>
              <a:r>
                <a:rPr altLang="en-US" sz="2400" lang="en-US"/>
                <a:t>a hammer.</a:t>
              </a:r>
            </a:p>
            <a:p>
              <a:pPr lvl="0"/>
              <a:r>
                <a:rPr altLang="en-US" sz="2400" lang="en-US"/>
                <a:t> 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400" lang="en-US"/>
                <a:t> Mix </a:t>
              </a:r>
              <a:r>
                <a:rPr altLang="en-US" sz="2400" lang="en-US"/>
                <a:t>the flour </a:t>
              </a:r>
              <a:r>
                <a:rPr altLang="en-US" b="1" sz="2400" i="1" lang="en-US" u="sng"/>
                <a:t>with</a:t>
              </a:r>
              <a:r>
                <a:rPr altLang="en-US" sz="2400" lang="en-US"/>
                <a:t> water.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endParaRPr altLang="en-US" sz="2400" lang="en-US"/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400" lang="en-US"/>
                <a:t> She </a:t>
              </a:r>
              <a:r>
                <a:rPr altLang="en-US" sz="2400" lang="en-US"/>
                <a:t>painted the picture </a:t>
              </a:r>
              <a:r>
                <a:rPr altLang="en-US" b="1" sz="2400" i="1" lang="en-US" u="sng"/>
                <a:t>with</a:t>
              </a:r>
              <a:r>
                <a:rPr altLang="en-US" sz="2400" lang="en-US"/>
                <a:t> her new paints.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endParaRPr altLang="en-US" sz="2400" lang="en-US"/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400" lang="en-US"/>
                <a:t> Would </a:t>
              </a:r>
              <a:r>
                <a:rPr altLang="en-US" sz="2400" lang="en-US"/>
                <a:t>you like to come </a:t>
              </a:r>
              <a:r>
                <a:rPr altLang="en-US" b="1" sz="2400" i="1" lang="en-US" u="sng"/>
                <a:t>with</a:t>
              </a:r>
              <a:r>
                <a:rPr altLang="en-US" sz="2400" lang="en-US"/>
                <a:t> us to the </a:t>
              </a:r>
              <a:r>
                <a:rPr altLang="en-US" sz="2400" lang="en-US"/>
                <a:t>cinema?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endParaRPr altLang="en-US" sz="2400" lang="en-US"/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400" lang="en-US"/>
                <a:t> I </a:t>
              </a:r>
              <a:r>
                <a:rPr altLang="en-US" sz="2400" lang="en-US"/>
                <a:t>can do difficult problems </a:t>
              </a:r>
              <a:r>
                <a:rPr altLang="en-US" b="1" sz="2400" i="1" lang="en-US" u="sng"/>
                <a:t>with</a:t>
              </a:r>
              <a:r>
                <a:rPr altLang="en-US" sz="2400" lang="en-US"/>
                <a:t> help from Mom.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endParaRPr altLang="en-US" sz="2400" lang="en-US"/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400" lang="en-US"/>
                <a:t> Who </a:t>
              </a:r>
              <a:r>
                <a:rPr altLang="en-US" sz="2400" lang="en-US"/>
                <a:t>is the man </a:t>
              </a:r>
              <a:r>
                <a:rPr altLang="en-US" b="1" sz="2400" i="1" lang="en-US" u="sng"/>
                <a:t>with</a:t>
              </a:r>
              <a:r>
                <a:rPr altLang="en-US" sz="2400" lang="en-US"/>
                <a:t> the beard?</a:t>
              </a:r>
            </a:p>
          </p:txBody>
        </p:sp>
      </p:grp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64" name="TextBox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07962" y="304800"/>
            <a:ext cx="8332787" cy="5048250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7"/>
                                        <p:tgtEl>
                                          <p:spTgt spid="209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8" nodeType="with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10"/>
                                        <p:tgtEl>
                                          <p:spTgt spid="2097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13"/>
                                        <p:tgtEl>
                                          <p:spTgt spid="2097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4" nodeType="with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16"/>
                                        <p:tgtEl>
                                          <p:spTgt spid="2097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19"/>
                                        <p:tgtEl>
                                          <p:spTgt spid="20971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0" nodeType="with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1000" id="22"/>
                                        <p:tgtEl>
                                          <p:spTgt spid="20971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500" id="25"/>
                                        <p:tgtEl>
                                          <p:spTgt spid="20971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65" name="TextBox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46050" y="66675"/>
            <a:ext cx="9236075" cy="5895975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2097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2097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2097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0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2097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2097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4"/>
                                        <p:tgtEl>
                                          <p:spTgt spid="2097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5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"/>
                                        <p:tgtEl>
                                          <p:spTgt spid="2097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8"/>
                                        <p:tgtEl>
                                          <p:spTgt spid="2097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9"/>
                                        <p:tgtEl>
                                          <p:spTgt spid="2097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0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2097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2097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4"/>
                                        <p:tgtEl>
                                          <p:spTgt spid="2097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7"/>
                                        <p:tgtEl>
                                          <p:spTgt spid="2097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2097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9"/>
                                        <p:tgtEl>
                                          <p:spTgt spid="2097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0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2"/>
                                        <p:tgtEl>
                                          <p:spTgt spid="2097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3"/>
                                        <p:tgtEl>
                                          <p:spTgt spid="2097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4"/>
                                        <p:tgtEl>
                                          <p:spTgt spid="2097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5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7"/>
                                        <p:tgtEl>
                                          <p:spTgt spid="2097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8"/>
                                        <p:tgtEl>
                                          <p:spTgt spid="2097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9"/>
                                        <p:tgtEl>
                                          <p:spTgt spid="2097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0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2"/>
                                        <p:tgtEl>
                                          <p:spTgt spid="2097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3"/>
                                        <p:tgtEl>
                                          <p:spTgt spid="2097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4"/>
                                        <p:tgtEl>
                                          <p:spTgt spid="2097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7"/>
                                        <p:tgtEl>
                                          <p:spTgt spid="2097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8"/>
                                        <p:tgtEl>
                                          <p:spTgt spid="2097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9"/>
                                        <p:tgtEl>
                                          <p:spTgt spid="2097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50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2"/>
                                        <p:tgtEl>
                                          <p:spTgt spid="2097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3"/>
                                        <p:tgtEl>
                                          <p:spTgt spid="2097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4"/>
                                        <p:tgtEl>
                                          <p:spTgt spid="20971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84" name=""/>
          <p:cNvGrpSpPr/>
          <p:nvPr/>
        </p:nvGrpSpPr>
        <p:grpSpPr>
          <a:xfrm rot="0">
            <a:off x="238125" y="188912"/>
            <a:ext cx="8661400" cy="1122362"/>
            <a:chOff x="150" y="119"/>
            <a:chExt cx="5456" cy="707"/>
          </a:xfrm>
        </p:grpSpPr>
        <p:pic>
          <p:nvPicPr>
            <p:cNvPr id="2097166" name="Title 1"/>
            <p:cNvPicPr>
              <a:picLocks/>
            </p:cNvPicPr>
            <p:nvPr/>
          </p:nvPicPr>
          <p:blipFill>
            <a:blip xmlns:r="http://schemas.openxmlformats.org/officeDocument/2006/relationships" r:embed="rId1"/>
            <a:srcRect l="0" t="0" r="0" b="0"/>
            <a:stretch>
              <a:fillRect/>
            </a:stretch>
          </p:blipFill>
          <p:spPr>
            <a:xfrm rot="0">
              <a:off x="150" y="119"/>
              <a:ext cx="5456" cy="707"/>
            </a:xfrm>
            <a:prstGeom prst="rect"/>
            <a:noFill/>
            <a:ln>
              <a:noFill/>
            </a:ln>
          </p:spPr>
        </p:pic>
        <p:sp>
          <p:nvSpPr>
            <p:cNvPr id="1048682" name=""/>
            <p:cNvSpPr txBox="1"/>
            <p:nvPr/>
          </p:nvSpPr>
          <p:spPr>
            <a:xfrm rot="0">
              <a:off x="190" y="144"/>
              <a:ext cx="5376" cy="624"/>
            </a:xfrm>
            <a:prstGeom prst="rect"/>
            <a:noFill/>
            <a:ln>
              <a:noFill/>
            </a:ln>
          </p:spPr>
          <p:txBody>
            <a:bodyPr anchor="b" bIns="45720" lIns="91440" rIns="91440" tIns="45720" vert="horz"/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algn="ctr" lvl="0"/>
              <a:r>
                <a:rPr altLang="en-US" b="1" sz="3300" lang="en-US" u="sng">
                  <a:solidFill>
                    <a:srgbClr val="FFFFFF"/>
                  </a:solidFill>
                </a:rPr>
                <a:t>Prepositions with Adjective ,Verbs .</a:t>
              </a:r>
            </a:p>
          </p:txBody>
        </p:sp>
      </p:grpSp>
      <p:pic>
        <p:nvPicPr>
          <p:cNvPr id="2097167" name="TextBox 2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158750" y="1579562"/>
            <a:ext cx="9077325" cy="4778375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2000" id="7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8" nodeType="with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2000" id="10"/>
                                        <p:tgtEl>
                                          <p:spTgt spid="209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grpSp>
        <p:nvGrpSpPr>
          <p:cNvPr id="88" name=""/>
          <p:cNvGrpSpPr/>
          <p:nvPr/>
        </p:nvGrpSpPr>
        <p:grpSpPr>
          <a:xfrm rot="0">
            <a:off x="66675" y="146050"/>
            <a:ext cx="9090025" cy="5303837"/>
            <a:chOff x="42" y="92"/>
            <a:chExt cx="5726" cy="3341"/>
          </a:xfrm>
        </p:grpSpPr>
        <p:pic>
          <p:nvPicPr>
            <p:cNvPr id="2097168" name="TextBox 1"/>
            <p:cNvPicPr>
              <a:picLocks/>
            </p:cNvPicPr>
            <p:nvPr/>
          </p:nvPicPr>
          <p:blipFill>
            <a:blip xmlns:r="http://schemas.openxmlformats.org/officeDocument/2006/relationships" r:embed="rId1"/>
            <a:srcRect l="0" t="0" r="0" b="0"/>
            <a:stretch>
              <a:fillRect/>
            </a:stretch>
          </p:blipFill>
          <p:spPr>
            <a:xfrm rot="0">
              <a:off x="42" y="92"/>
              <a:ext cx="5726" cy="3341"/>
            </a:xfrm>
            <a:prstGeom prst="rect"/>
            <a:noFill/>
            <a:ln>
              <a:noFill/>
            </a:ln>
          </p:spPr>
        </p:pic>
        <p:sp>
          <p:nvSpPr>
            <p:cNvPr id="1048686" name=""/>
            <p:cNvSpPr txBox="1"/>
            <p:nvPr/>
          </p:nvSpPr>
          <p:spPr>
            <a:xfrm rot="0">
              <a:off x="192" y="240"/>
              <a:ext cx="5424" cy="3044"/>
            </a:xfrm>
            <a:prstGeom prst="rect"/>
            <a:noFill/>
            <a:ln>
              <a:noFill/>
            </a:ln>
          </p:spPr>
          <p:txBody>
            <a:bodyPr anchor="t" bIns="45720" lIns="91440" rIns="91440" tIns="45720" vert="horz">
              <a:spAutoFit/>
            </a:bodyPr>
            <a:lstStyle>
              <a:lvl1pPr algn="l" eaLnBrk="1" fontAlgn="base" hangingPunct="1" indent="0" latinLnBrk="0" marL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1pPr>
              <a:lvl2pPr algn="l" eaLnBrk="1" fontAlgn="base" hangingPunct="1" indent="0" latinLnBrk="0" marL="4572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2pPr>
              <a:lvl3pPr algn="l" eaLnBrk="1" fontAlgn="base" hangingPunct="1" indent="0" latinLnBrk="0" marL="9144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3pPr>
              <a:lvl4pPr algn="l" eaLnBrk="1" fontAlgn="base" hangingPunct="1" indent="0" latinLnBrk="0" marL="13716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4pPr>
              <a:lvl5pPr algn="l" eaLnBrk="1" fontAlgn="base" hangingPunct="1" indent="0" latinLnBrk="0" marL="182880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 baseline="0" b="0" sz="1800" i="0" u="none">
                  <a:solidFill>
                    <a:schemeClr val="dk1"/>
                  </a:solidFill>
                  <a:latin typeface="Georgia" pitchFamily="18" charset="0"/>
                  <a:sym typeface="Georgia" pitchFamily="18" charset="0"/>
                </a:defRPr>
              </a:lvl5pPr>
            </a:lstStyle>
            <a:p>
              <a:pPr lvl="0"/>
              <a:r>
                <a:rPr altLang="en-US" b="1" sz="2800" lang="en-US"/>
                <a:t>Prepositions are used with some verbs. The verbs in these examples are printed in color.</a:t>
              </a:r>
            </a:p>
            <a:p>
              <a:pPr lvl="0"/>
              <a:endParaRPr altLang="en-US" b="1" sz="2800" lang="en-US"/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/>
                <a:t> I’m </a:t>
              </a:r>
              <a:r>
                <a:rPr altLang="en-US" sz="2800" lang="en-US">
                  <a:solidFill>
                    <a:srgbClr val="FF0000"/>
                  </a:solidFill>
                </a:rPr>
                <a:t>looking </a:t>
              </a:r>
              <a:r>
                <a:rPr altLang="en-US" b="1" sz="2800" i="1" lang="en-US" u="sng"/>
                <a:t>for</a:t>
              </a:r>
              <a:r>
                <a:rPr altLang="en-US" sz="2800" lang="en-US"/>
                <a:t> my pencil. Have you seen it?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/>
                <a:t> Can you </a:t>
              </a:r>
              <a:r>
                <a:rPr altLang="en-US" sz="2800" lang="en-US">
                  <a:solidFill>
                    <a:srgbClr val="FF0000"/>
                  </a:solidFill>
                </a:rPr>
                <a:t>think</a:t>
              </a:r>
              <a:r>
                <a:rPr altLang="en-US" sz="2800" lang="en-US"/>
                <a:t> </a:t>
              </a:r>
              <a:r>
                <a:rPr altLang="en-US" b="1" sz="2800" i="1" lang="en-US" u="sng"/>
                <a:t>of</a:t>
              </a:r>
              <a:r>
                <a:rPr altLang="en-US" sz="2800" lang="en-US"/>
                <a:t> another word for ‘pleased’?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/>
                <a:t> Does this book</a:t>
              </a:r>
              <a:r>
                <a:rPr altLang="en-US" sz="2800" lang="en-US">
                  <a:solidFill>
                    <a:srgbClr val="FF0000"/>
                  </a:solidFill>
                </a:rPr>
                <a:t> belong </a:t>
              </a:r>
              <a:r>
                <a:rPr altLang="en-US" b="1" sz="2800" i="1" lang="en-US" u="sng"/>
                <a:t>to</a:t>
              </a:r>
              <a:r>
                <a:rPr altLang="en-US" sz="2800" lang="en-US"/>
                <a:t> you?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/>
                <a:t> We’re </a:t>
              </a:r>
              <a:r>
                <a:rPr altLang="en-US" sz="2800" lang="en-US">
                  <a:solidFill>
                    <a:srgbClr val="FF0000"/>
                  </a:solidFill>
                </a:rPr>
                <a:t>listening </a:t>
              </a:r>
              <a:r>
                <a:rPr altLang="en-US" b="1" sz="2800" i="1" lang="en-US" u="sng"/>
                <a:t>to</a:t>
              </a:r>
              <a:r>
                <a:rPr altLang="en-US" sz="2800" lang="en-US"/>
                <a:t> CDs.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/>
                <a:t> I </a:t>
              </a:r>
              <a:r>
                <a:rPr altLang="en-US" sz="2800" lang="en-US">
                  <a:solidFill>
                    <a:srgbClr val="FF0000"/>
                  </a:solidFill>
                </a:rPr>
                <a:t>agree</a:t>
              </a:r>
              <a:r>
                <a:rPr altLang="en-US" sz="2800" lang="en-US"/>
                <a:t> </a:t>
              </a:r>
              <a:r>
                <a:rPr altLang="en-US" b="1" sz="2800" i="1" lang="en-US" u="sng"/>
                <a:t>with</a:t>
              </a:r>
              <a:r>
                <a:rPr altLang="en-US" sz="2800" lang="en-US"/>
                <a:t> you.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>
                  <a:solidFill>
                    <a:srgbClr val="FF0000"/>
                  </a:solidFill>
                </a:rPr>
                <a:t> Tell</a:t>
              </a:r>
              <a:r>
                <a:rPr altLang="en-US" sz="2800" lang="en-US"/>
                <a:t> me </a:t>
              </a:r>
              <a:r>
                <a:rPr altLang="en-US" b="1" sz="2800" i="1" lang="en-US" u="sng"/>
                <a:t>about</a:t>
              </a:r>
              <a:r>
                <a:rPr altLang="en-US" sz="2800" lang="en-US"/>
                <a:t> the show you saw.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>
                  <a:solidFill>
                    <a:srgbClr val="FF0000"/>
                  </a:solidFill>
                </a:rPr>
                <a:t> Cut</a:t>
              </a:r>
              <a:r>
                <a:rPr altLang="en-US" sz="2800" lang="en-US"/>
                <a:t> the cake </a:t>
              </a:r>
              <a:r>
                <a:rPr altLang="en-US" b="1" sz="2800" i="1" lang="en-US" u="sng"/>
                <a:t>into</a:t>
              </a:r>
              <a:r>
                <a:rPr altLang="en-US" sz="2800" lang="en-US"/>
                <a:t> five pieces.</a:t>
              </a:r>
            </a:p>
            <a:p>
              <a:pPr lvl="0">
                <a:buFontTx/>
                <a:buBlip>
                  <a:blip xmlns:r="http://schemas.openxmlformats.org/officeDocument/2006/relationships" r:embed="rId2"/>
                </a:buBlip>
              </a:pPr>
              <a:r>
                <a:rPr altLang="en-US" sz="2800" lang="en-US"/>
                <a:t> They </a:t>
              </a:r>
              <a:r>
                <a:rPr altLang="en-US" sz="2800" lang="en-US">
                  <a:solidFill>
                    <a:srgbClr val="FF0000"/>
                  </a:solidFill>
                </a:rPr>
                <a:t>borrowed</a:t>
              </a:r>
              <a:r>
                <a:rPr altLang="en-US" sz="2800" lang="en-US"/>
                <a:t> money </a:t>
              </a:r>
              <a:r>
                <a:rPr altLang="en-US" b="1" sz="2800" i="1" lang="en-US" u="sng"/>
                <a:t>from</a:t>
              </a:r>
              <a:r>
                <a:rPr altLang="en-US" sz="2800" lang="en-US"/>
                <a:t> the bank.</a:t>
              </a:r>
            </a:p>
          </p:txBody>
        </p:sp>
      </p:grp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69" name="TextBox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25425" y="231775"/>
            <a:ext cx="8851900" cy="8247062"/>
          </a:xfrm>
          <a:prstGeom prst="rect"/>
          <a:noFill/>
          <a:ln>
            <a:noFill/>
          </a:ln>
        </p:spPr>
      </p:pic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7"/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8"/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9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10"/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11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12"/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13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id="14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16"/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17"/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18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19"/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20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21"/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22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id="23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25"/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26"/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27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28"/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29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30"/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31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id="32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34"/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35"/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36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37"/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38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39"/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40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43"/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44"/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45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46"/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47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48"/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49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id="50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52"/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53"/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54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55"/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56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57"/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58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fill="hold" id="59" nodeType="withEffect" presetClass="entr" presetID="5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ecel="100000" dur="770" id="61"/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decel="100000" dur="770" id="62"/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accel="100000" dur="1230" fill="hold" id="63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dur="770" fill="hold" id="64"/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calcmode="lin" from="(0.5)" to="(#ppt_x)" valueType="num">
                                      <p:cBhvr>
                                        <p:cTn accel="100000" dur="1230" fill="hold" id="65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dur="770" fill="hold" id="66"/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calcmode="lin" from="(#ppt_y+0.4)" to="(#ppt_y)" valueType="num">
                                      <p:cBhvr>
                                        <p:cTn accel="100000" dur="1230" fill="hold" id="67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97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3" name="Rectangle 1"/>
          <p:cNvSpPr/>
          <p:nvPr/>
        </p:nvSpPr>
        <p:spPr>
          <a:xfrm rot="0">
            <a:off x="381000" y="2057400"/>
            <a:ext cx="8077200" cy="37861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r>
              <a:rPr altLang="en-US" sz="2400" lang="en-US"/>
              <a:t>1. A cat was sitting _______the roof of my car. (place)</a:t>
            </a:r>
          </a:p>
          <a:p>
            <a:pPr lvl="0"/>
            <a:r>
              <a:rPr altLang="en-US" sz="2400" lang="en-US"/>
              <a:t>2. Some people were talking ___the movie. (time)</a:t>
            </a:r>
          </a:p>
          <a:p>
            <a:pPr lvl="0"/>
            <a:r>
              <a:rPr altLang="en-US" sz="2400" lang="en-US"/>
              <a:t>3. A man was coming____ us on his bike. (direction)</a:t>
            </a:r>
          </a:p>
          <a:p>
            <a:pPr lvl="0"/>
            <a:r>
              <a:rPr altLang="en-US" sz="2400" lang="en-US"/>
              <a:t>4. The party starts_____ six o’clock. (time)</a:t>
            </a:r>
          </a:p>
          <a:p>
            <a:pPr lvl="0"/>
            <a:r>
              <a:rPr altLang="en-US" sz="2400" lang="en-US"/>
              <a:t>5. She put the book ____her bag. (place)</a:t>
            </a:r>
          </a:p>
          <a:p>
            <a:pPr lvl="0"/>
            <a:r>
              <a:rPr altLang="en-US" sz="2400" lang="en-US"/>
              <a:t>6. We walked____ the street to the park. (place)</a:t>
            </a:r>
          </a:p>
          <a:p>
            <a:pPr lvl="0"/>
            <a:r>
              <a:rPr altLang="en-US" sz="2400" lang="en-US"/>
              <a:t>7. She keeps her slippers____ her bed. (place)</a:t>
            </a:r>
          </a:p>
          <a:p>
            <a:pPr lvl="0"/>
            <a:r>
              <a:rPr altLang="en-US" sz="2400" lang="en-US"/>
              <a:t>8. We always wash our hands ____meals. (time)</a:t>
            </a:r>
          </a:p>
          <a:p>
            <a:pPr lvl="0"/>
            <a:r>
              <a:rPr altLang="en-US" sz="2400" lang="en-US"/>
              <a:t>9. She ran ____the dog because she was frightened.    (direction)</a:t>
            </a:r>
          </a:p>
        </p:txBody>
      </p:sp>
      <p:sp>
        <p:nvSpPr>
          <p:cNvPr id="1048694" name="TextBox 2"/>
          <p:cNvSpPr txBox="1"/>
          <p:nvPr/>
        </p:nvSpPr>
        <p:spPr>
          <a:xfrm rot="0">
            <a:off x="685800" y="762000"/>
            <a:ext cx="4648200" cy="923925"/>
          </a:xfrm>
          <a:prstGeom prst="rect"/>
          <a:noFill/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r>
              <a:rPr altLang="en-US" sz="5400" lang="en-US"/>
              <a:t>TRY THIS: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70" name="TextBox 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189037" y="523875"/>
            <a:ext cx="6632575" cy="2493962"/>
          </a:xfrm>
          <a:prstGeom prst="rect"/>
          <a:noFill/>
          <a:ln>
            <a:noFill/>
          </a:ln>
        </p:spPr>
      </p:pic>
      <p:sp>
        <p:nvSpPr>
          <p:cNvPr id="1048698" name="TextBox 3"/>
          <p:cNvSpPr txBox="1"/>
          <p:nvPr/>
        </p:nvSpPr>
        <p:spPr>
          <a:xfrm rot="0">
            <a:off x="5410200" y="3352800"/>
            <a:ext cx="3200400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r>
              <a:rPr altLang="en-US" b="1" lang="en-US"/>
              <a:t>Thank you.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500" id="7"/>
                                        <p:tgtEl>
                                          <p:spTgt spid="209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accel="50000" fill="hold" id="10" nodeType="clickEffect" presetClass="entr" presetID="38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dur="455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dur="455" fill="hold" id="13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4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.0"/>
                                          </p:val>
                                        </p:tav>
                                        <p:tav tm="69900">
                                          <p:val>
                                            <p:fltVal val="45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455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utoRev="1" decel="50000" dur="156" fill="hold" id="15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04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36" fill="hold" id="16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04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1" showMasterSp="1">
  <p:cSld>
    <p:spTree>
      <p:nvGrpSpPr>
        <p:cNvPr id="1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2" name="Text Box 2"/>
          <p:cNvSpPr txBox="1"/>
          <p:nvPr/>
        </p:nvSpPr>
        <p:spPr>
          <a:xfrm rot="0">
            <a:off x="762000" y="1752600"/>
            <a:ext cx="7920037" cy="37433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eorgia" pitchFamily="18" charset="0"/>
                <a:sym typeface="Georgia" pitchFamily="18" charset="0"/>
              </a:defRPr>
            </a:lvl5pPr>
          </a:lstStyle>
          <a:p>
            <a:pPr lvl="0"/>
            <a:r>
              <a:rPr altLang="en-US" sz="2400" lang="en-GB"/>
              <a:t>This powerpoint was kindly donated to </a:t>
            </a:r>
            <a:r>
              <a:rPr altLang="en-US" sz="2400" lang="en-GB">
                <a:hlinkClick r:id="rId1"/>
              </a:rPr>
              <a:t>www.worldofteaching.com</a:t>
            </a:r>
          </a:p>
          <a:p>
            <a:pPr lvl="0"/>
            <a:endParaRPr altLang="en-US" sz="2400" lang="en-GB"/>
          </a:p>
          <a:p>
            <a:pPr lvl="0"/>
            <a:endParaRPr altLang="en-US" sz="2400" lang="en-GB"/>
          </a:p>
          <a:p>
            <a:pPr lvl="0"/>
            <a:endParaRPr altLang="en-US" sz="2400" lang="en-GB"/>
          </a:p>
          <a:p>
            <a:pPr lvl="0"/>
            <a:endParaRPr altLang="en-US" sz="2400" lang="en-GB"/>
          </a:p>
          <a:p>
            <a:pPr lvl="0"/>
            <a:r>
              <a:rPr altLang="en-US" sz="2400" lang="en-GB">
                <a:hlinkClick r:id="rId1"/>
              </a:rPr>
              <a:t>http://www.worldofteaching.com</a:t>
            </a:r>
            <a:r>
              <a:rPr altLang="en-US" sz="2400" lang="en-GB"/>
              <a:t> is home to over a thousand powerpoints submitted by teachers. This is a completely free site and requires no registration. Please visit and I hope it will help in your teaching.</a:t>
            </a:r>
          </a:p>
        </p:txBody>
      </p:sp>
    </p:spTree>
  </p:cSld>
  <p:clrMapOvr>
    <a:masterClrMapping/>
  </p:clrMapOvr>
  <p:transition spd="fast" advClick="1" advTm="7000"/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C5D1D7"/>
      </a:dk2>
      <a:lt2>
        <a:srgbClr val="646B86"/>
      </a:lt2>
      <a:accent1>
        <a:srgbClr val="D16349"/>
      </a:accent1>
      <a:accent2>
        <a:srgbClr val="CCB400"/>
      </a:accent2>
      <a:accent3>
        <a:srgbClr val="FFFFFF"/>
      </a:accent3>
      <a:accent4>
        <a:srgbClr val="000000"/>
      </a:accent4>
      <a:accent5>
        <a:srgbClr val="E4B8B1"/>
      </a:accent5>
      <a:accent6>
        <a:srgbClr val="B7A100"/>
      </a:accent6>
      <a:hlink>
        <a:srgbClr val="00A3D6"/>
      </a:hlink>
      <a:folHlink>
        <a:srgbClr val="694F07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C5D1D7"/>
        </a:dk2>
        <a:lt2>
          <a:srgbClr val="646B86"/>
        </a:lt2>
        <a:accent1>
          <a:srgbClr val="D16349"/>
        </a:accent1>
        <a:accent2>
          <a:srgbClr val="CCB400"/>
        </a:accent2>
        <a:accent3>
          <a:srgbClr val="FFFFFF"/>
        </a:accent3>
        <a:accent4>
          <a:srgbClr val="000000"/>
        </a:accent4>
        <a:accent5>
          <a:srgbClr val="E4B8B1"/>
        </a:accent5>
        <a:accent6>
          <a:srgbClr val="B7A100"/>
        </a:accent6>
        <a:hlink>
          <a:srgbClr val="00A3D6"/>
        </a:hlink>
        <a:folHlink>
          <a:srgbClr val="694F07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Praveen</dc:creator>
  <cp:lastModifiedBy>gareth</cp:lastModifiedBy>
  <dcterms:created xsi:type="dcterms:W3CDTF">2009-02-10T07:24:32Z</dcterms:created>
  <dcterms:modified xsi:type="dcterms:W3CDTF">2026-09-05T14:28:11Z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7a656dca52654327b4ce3dbef3c10804_23</vt:lpwstr>
  </property>
</Properties>
</file>