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3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 rtl="0" saveSubsetFonts="0" serverZoom="0" showSpecialPlsOnTitleSld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type="screen4x3" cy="6858000" cx="9144000"/>
  <p:notesSz cx="6858000" cy="9144000"/>
  <p:defaultTextStyle>
    <a:lvl1pPr algn="l" eaLnBrk="0" fontAlgn="base" hangingPunct="0" indent="0" latinLnBrk="0" marL="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0" charset="0"/>
        <a:ea typeface="Arial" pitchFamily="0" charset="0"/>
        <a:sym typeface="Arial" pitchFamily="0" charset="0"/>
      </a:defRPr>
    </a:lvl1pPr>
    <a:lvl2pPr algn="l" eaLnBrk="0" fontAlgn="base" hangingPunct="0" indent="0" latinLnBrk="0" marL="4572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0" charset="0"/>
        <a:ea typeface="Arial" pitchFamily="0" charset="0"/>
        <a:sym typeface="Arial" pitchFamily="0" charset="0"/>
      </a:defRPr>
    </a:lvl2pPr>
    <a:lvl3pPr algn="l" eaLnBrk="0" fontAlgn="base" hangingPunct="0" indent="0" latinLnBrk="0" marL="9144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0" charset="0"/>
        <a:ea typeface="Arial" pitchFamily="0" charset="0"/>
        <a:sym typeface="Arial" pitchFamily="0" charset="0"/>
      </a:defRPr>
    </a:lvl3pPr>
    <a:lvl4pPr algn="l" eaLnBrk="0" fontAlgn="base" hangingPunct="0" indent="0" latinLnBrk="0" marL="13716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0" charset="0"/>
        <a:ea typeface="Arial" pitchFamily="0" charset="0"/>
        <a:sym typeface="Arial" pitchFamily="0" charset="0"/>
      </a:defRPr>
    </a:lvl4pPr>
    <a:lvl5pPr algn="l" eaLnBrk="0" fontAlgn="base" hangingPunct="0" indent="0" latinLnBrk="0" marL="18288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0" charset="0"/>
        <a:ea typeface="Arial" pitchFamily="0" charset="0"/>
        <a:sym typeface="Arial" pitchFamily="0" charset="0"/>
      </a:defRPr>
    </a:lvl5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View">
  <p:normalViewPr showOutlineIcons="1" snapVertSplitter="0" vertBarState="restored" horzBarState="restored" preferSingleView="0">
    <p:restoredLeft sz="15620"/>
    <p:restoredTop sz="94858" autoAdjust="0"/>
  </p:normalViewPr>
  <p:slideViewPr>
    <p:cSldViewPr showGuides="0" snapToGrid="1" snapToObjects="0">
      <p:cViewPr varScale="0">
        <p:scale>
          <a:sx n="91" d="100"/>
          <a:sy n="91" d="100"/>
        </p:scale>
        <p:origin x="-1200" y="211"/>
      </p:cViewPr>
      <p:guideLst>
        <p:guide orient="horz" pos="2160"/>
        <p:guide orient="vert" pos="2880"/>
      </p:guideLst>
    </p:cSldViewPr>
  </p:slideViewPr>
  <p:gridSpacing cx="0" cy="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tableStyles" Target="tableStyle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3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1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18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1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2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2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9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</a:lvl1pPr>
            <a:lvl2pPr algn="ctr" indent="0" marL="457200">
              <a:buNone/>
            </a:lvl2pPr>
            <a:lvl3pPr algn="ctr" indent="0" marL="914400">
              <a:buNone/>
            </a:lvl3pPr>
            <a:lvl4pPr algn="ctr" indent="0" marL="1371600">
              <a:buNone/>
            </a:lvl4pPr>
            <a:lvl5pPr algn="ctr" indent="0" marL="1828800">
              <a:buNone/>
            </a:lvl5pPr>
            <a:lvl6pPr algn="ctr" indent="0" marL="2286000">
              <a:buNone/>
            </a:lvl6pPr>
            <a:lvl7pPr algn="ctr" indent="0" marL="2743200">
              <a:buNone/>
            </a:lvl7pPr>
            <a:lvl8pPr algn="ctr" indent="0" marL="3200400">
              <a:buNone/>
            </a:lvl8pPr>
            <a:lvl9pPr algn="ctr" indent="0" marL="3657600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9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/>
            </a:lvl1pPr>
            <a:lvl2pPr indent="0" marL="457200">
              <a:buNone/>
              <a:defRPr sz="1800"/>
            </a:lvl2pPr>
            <a:lvl3pPr indent="0" marL="914400">
              <a:buNone/>
              <a:defRPr sz="1600"/>
            </a:lvl3pPr>
            <a:lvl4pPr indent="0" marL="1371600">
              <a:buNone/>
              <a:defRPr sz="1400"/>
            </a:lvl4pPr>
            <a:lvl5pPr indent="0" marL="1828800">
              <a:buNone/>
              <a:defRPr sz="1400"/>
            </a:lvl5pPr>
            <a:lvl6pPr indent="0" marL="2286000">
              <a:buNone/>
              <a:defRPr sz="1400"/>
            </a:lvl6pPr>
            <a:lvl7pPr indent="0" marL="2743200">
              <a:buNone/>
              <a:defRPr sz="1400"/>
            </a:lvl7pPr>
            <a:lvl8pPr indent="0" marL="3200400">
              <a:buNone/>
              <a:defRPr sz="1400"/>
            </a:lvl8pPr>
            <a:lvl9pPr indent="0" marL="365760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9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9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0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01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0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03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6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07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anchor="t" anchorCtr="0" bIns="45720" compatLnSpc="1" lIns="91440" numCol="1" rIns="91440" tIns="45720" vert="horz" wrap="square">
            <a:prstTxWarp prst="textNoShape"/>
          </a:bodyPr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baseline="0" b="0" cap="none" sz="3200" i="0" kern="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Only">
  <p:cSld name="Content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image" Target="../media/image1.jpeg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blipFill rotWithShape="0">
          <a:blip xmlns:r="http://schemas.openxmlformats.org/officeDocument/2006/relationships" r:embed="rId13">
            <a:alphaModFix amt="100000"/>
          </a:blip>
          <a:srcRect/>
          <a:stretch>
            <a:fillRect/>
          </a:stretch>
        </a:blipFill>
      </p:bgPr>
    </p:bg>
    <p:spTree>
      <p:nvGrpSpPr>
        <p:cNvPr id="2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76" name="Rectangle 2"/>
          <p:cNvSpPr/>
          <p:nvPr>
            <p:ph type="title" sz="full" idx="0"/>
          </p:nvPr>
        </p:nvSpPr>
        <p:spPr>
          <a:xfrm rot="0">
            <a:off x="457200" y="274637"/>
            <a:ext cx="82296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p>
            <a:pPr lvl="0"/>
            <a:r>
              <a:rPr altLang="en-US" lang="es-ES"/>
              <a:t>Haga clic para cambiar el estilo de título	</a:t>
            </a:r>
          </a:p>
        </p:txBody>
      </p:sp>
      <p:sp>
        <p:nvSpPr>
          <p:cNvPr id="1048577" name="Rectangle 3"/>
          <p:cNvSpPr/>
          <p:nvPr>
            <p:ph type="body" sz="full" idx="1"/>
          </p:nvPr>
        </p:nvSpPr>
        <p:spPr>
          <a:xfrm rot="0">
            <a:off x="457200" y="1600200"/>
            <a:ext cx="8229600" cy="45259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en-US" lang="es-ES"/>
              <a:t>Haga clic para modificar el estilo de texto del patrón</a:t>
            </a:r>
          </a:p>
          <a:p>
            <a:pPr lvl="1"/>
            <a:r>
              <a:rPr altLang="en-US" lang="es-ES"/>
              <a:t>Segundo nivel</a:t>
            </a:r>
          </a:p>
          <a:p>
            <a:pPr lvl="2"/>
            <a:r>
              <a:rPr altLang="en-US" lang="es-ES"/>
              <a:t>Tercer nivel</a:t>
            </a:r>
          </a:p>
          <a:p>
            <a:pPr lvl="3"/>
            <a:r>
              <a:rPr altLang="en-US" lang="es-ES"/>
              <a:t>Cuarto nivel</a:t>
            </a:r>
          </a:p>
          <a:p>
            <a:pPr lvl="4"/>
            <a:r>
              <a:rPr altLang="en-US" lang="es-ES"/>
              <a:t>Quinto nivel</a:t>
            </a:r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sldNum="0"/>
  <p:txStyles>
    <p:titleStyle>
      <a:lvl1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algn="ctr" fontAlgn="base" marL="4572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algn="ctr" fontAlgn="base" marL="9144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algn="ctr" fontAlgn="base" marL="13716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algn="ctr" fontAlgn="base" marL="18288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eaLnBrk="0" fontAlgn="base" hangingPunct="0" indent="-342900" marL="342900" rtl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algn="l" eaLnBrk="0" fontAlgn="base" hangingPunct="0" indent="-285750" marL="742950" rtl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algn="l" eaLnBrk="0" fontAlgn="base" hangingPunct="0" indent="-228600" marL="1143000" rtl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algn="l" eaLnBrk="0" fontAlgn="base" hangingPunct="0" indent="-228600" marL="1600200" rtl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algn="l" eaLnBrk="0" fontAlgn="base" hangingPunct="0" indent="-228600" marL="20574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algn="l" fontAlgn="base" indent="-228600" marL="25146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algn="l" fontAlgn="base" indent="-228600" marL="29718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algn="l" fontAlgn="base" indent="-228600" marL="34290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algn="l" fontAlgn="base" indent="-228600" marL="38862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81" name="Rectangle 2"/>
          <p:cNvSpPr/>
          <p:nvPr>
            <p:ph type="title" sz="full" idx="0"/>
          </p:nvPr>
        </p:nvSpPr>
        <p:spPr>
          <a:xfrm rot="0">
            <a:off x="539750" y="765175"/>
            <a:ext cx="82296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sz="3600" lang="en-GB">
                <a:latin typeface="Comic Sans MS" pitchFamily="66" charset="0"/>
              </a:rPr>
              <a:t>Relative Clauses</a:t>
            </a:r>
          </a:p>
        </p:txBody>
      </p:sp>
      <p:pic>
        <p:nvPicPr>
          <p:cNvPr id="2097152" name="Picture 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493712" y="2789237"/>
            <a:ext cx="2278062" cy="1279525"/>
          </a:xfrm>
          <a:prstGeom prst="rect"/>
          <a:noFill/>
          <a:ln>
            <a:noFill/>
          </a:ln>
        </p:spPr>
      </p:pic>
      <p:sp>
        <p:nvSpPr>
          <p:cNvPr id="1048582" name="Content Placeholder 1"/>
          <p:cNvSpPr/>
          <p:nvPr>
            <p:ph sz="full" idx="1"/>
          </p:nvPr>
        </p:nvSpPr>
        <p:spPr>
          <a:xfrm rot="0">
            <a:off x="457200" y="1600200"/>
            <a:ext cx="8229600" cy="45259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indent="0" lvl="0" marL="0">
              <a:buFontTx/>
              <a:buNone/>
            </a:pPr>
            <a:endParaRPr altLang="en-US" sz="2000" lang="en-US"/>
          </a:p>
          <a:p>
            <a:pPr indent="0" lvl="0" marL="0">
              <a:buFontTx/>
              <a:buNone/>
            </a:pPr>
            <a:r>
              <a:rPr altLang="en-US" sz="2000" lang="en-US"/>
              <a:t>1- </a:t>
            </a:r>
            <a:r>
              <a:rPr altLang="en-US" sz="2000" lang="en-US">
                <a:solidFill>
                  <a:srgbClr val="FF0000"/>
                </a:solidFill>
              </a:rPr>
              <a:t>Defining relative clauses </a:t>
            </a:r>
            <a:r>
              <a:rPr altLang="en-US" sz="2000" lang="en-US"/>
              <a:t>identify a </a:t>
            </a:r>
            <a:r>
              <a:rPr altLang="en-US" sz="2000" lang="en-US">
                <a:solidFill>
                  <a:schemeClr val="accent2"/>
                </a:solidFill>
              </a:rPr>
              <a:t>noun</a:t>
            </a:r>
            <a:r>
              <a:rPr altLang="en-US" sz="2000" lang="en-US"/>
              <a:t> more clearly.</a:t>
            </a:r>
          </a:p>
          <a:p>
            <a:pPr indent="0" lvl="0" marL="0"/>
            <a:r>
              <a:rPr altLang="en-US" sz="2000" lang="en-US"/>
              <a:t>They make it clear which person or thing we are talking about.</a:t>
            </a:r>
          </a:p>
          <a:p>
            <a:pPr indent="0" lvl="0" marL="0">
              <a:buFontTx/>
              <a:buNone/>
            </a:pPr>
            <a:r>
              <a:rPr altLang="en-US" sz="2000" lang="en-US"/>
              <a:t> </a:t>
            </a:r>
            <a:r>
              <a:rPr altLang="en-US" sz="2000" lang="en-US"/>
              <a:t>                                   The </a:t>
            </a:r>
            <a:r>
              <a:rPr altLang="en-US" sz="2000" lang="en-US">
                <a:solidFill>
                  <a:schemeClr val="accent2"/>
                </a:solidFill>
              </a:rPr>
              <a:t>man</a:t>
            </a:r>
            <a:r>
              <a:rPr altLang="en-US" sz="2000" lang="en-US"/>
              <a:t> is my brother.</a:t>
            </a:r>
          </a:p>
          <a:p>
            <a:pPr indent="0" lvl="0" marL="0">
              <a:buFontTx/>
              <a:buNone/>
            </a:pPr>
            <a:r>
              <a:rPr altLang="en-US" sz="2000" lang="en-US"/>
              <a:t> </a:t>
            </a:r>
            <a:r>
              <a:rPr altLang="en-US" sz="2000" lang="en-US"/>
              <a:t>                                 ( This sentence is NOT clear because there are                t                                        two men)</a:t>
            </a:r>
          </a:p>
          <a:p>
            <a:pPr indent="0" lvl="0" marL="0">
              <a:buFontTx/>
              <a:buNone/>
            </a:pPr>
            <a:endParaRPr altLang="en-US" sz="2000" lang="en-US"/>
          </a:p>
          <a:p>
            <a:pPr indent="0" lvl="0" marL="0">
              <a:buFontTx/>
              <a:buNone/>
            </a:pPr>
            <a:r>
              <a:rPr altLang="en-US" sz="2000" lang="en-US"/>
              <a:t>                                   The </a:t>
            </a:r>
            <a:r>
              <a:rPr altLang="en-US" sz="2000" lang="en-US">
                <a:solidFill>
                  <a:schemeClr val="accent2"/>
                </a:solidFill>
              </a:rPr>
              <a:t>man</a:t>
            </a:r>
            <a:r>
              <a:rPr altLang="en-US" sz="2000" lang="en-US"/>
              <a:t> </a:t>
            </a:r>
            <a:r>
              <a:rPr altLang="en-US" sz="2000" lang="en-US">
                <a:solidFill>
                  <a:srgbClr val="C00000"/>
                </a:solidFill>
              </a:rPr>
              <a:t>who is standing </a:t>
            </a:r>
            <a:r>
              <a:rPr altLang="en-US" sz="2000" lang="en-US"/>
              <a:t>is my brother.</a:t>
            </a:r>
          </a:p>
          <a:p>
            <a:pPr indent="0" lvl="0" marL="0">
              <a:buFontTx/>
              <a:buNone/>
            </a:pPr>
            <a:r>
              <a:rPr altLang="en-US" sz="2000" lang="en-US"/>
              <a:t> </a:t>
            </a:r>
            <a:r>
              <a:rPr altLang="en-US" sz="2000" lang="en-US"/>
              <a:t>                               </a:t>
            </a:r>
          </a:p>
          <a:p>
            <a:pPr indent="0" lvl="0" marL="0">
              <a:buFontTx/>
              <a:buNone/>
            </a:pPr>
            <a:r>
              <a:rPr altLang="en-US" sz="2000" lang="en-US"/>
              <a:t> </a:t>
            </a:r>
            <a:r>
              <a:rPr altLang="en-US" sz="2000" lang="en-US"/>
              <a:t>                                      </a:t>
            </a:r>
            <a:r>
              <a:rPr altLang="en-US" b="1" sz="2000" lang="en-US"/>
              <a:t> Defining relative clause</a:t>
            </a:r>
          </a:p>
          <a:p>
            <a:pPr indent="0" lvl="0" marL="0">
              <a:buFontTx/>
              <a:buNone/>
            </a:pPr>
            <a:r>
              <a:rPr altLang="en-US" sz="2400" lang="en-US">
                <a:solidFill>
                  <a:schemeClr val="lt2"/>
                </a:solidFill>
                <a:latin typeface="Comic Sans MS" pitchFamily="66" charset="0"/>
              </a:rPr>
              <a:t>We link the relative clause to the </a:t>
            </a:r>
            <a:r>
              <a:rPr altLang="en-US" sz="2400" lang="en-US">
                <a:solidFill>
                  <a:schemeClr val="accent2"/>
                </a:solidFill>
                <a:latin typeface="Comic Sans MS" pitchFamily="66" charset="0"/>
              </a:rPr>
              <a:t>noun</a:t>
            </a:r>
            <a:r>
              <a:rPr altLang="en-US" sz="2400" lang="en-US">
                <a:solidFill>
                  <a:schemeClr val="lt2"/>
                </a:solidFill>
                <a:latin typeface="Comic Sans MS" pitchFamily="66" charset="0"/>
              </a:rPr>
              <a:t> with</a:t>
            </a:r>
          </a:p>
          <a:p>
            <a:pPr indent="0" lvl="0" marL="0">
              <a:buFontTx/>
              <a:buNone/>
            </a:pPr>
            <a:r>
              <a:rPr altLang="en-US" sz="2400" lang="en-US">
                <a:solidFill>
                  <a:schemeClr val="lt2"/>
                </a:solidFill>
                <a:latin typeface="Comic Sans MS" pitchFamily="66" charset="0"/>
              </a:rPr>
              <a:t> a </a:t>
            </a:r>
            <a:r>
              <a:rPr altLang="en-US" sz="2400" lang="en-US">
                <a:solidFill>
                  <a:srgbClr val="C00000"/>
                </a:solidFill>
                <a:latin typeface="Comic Sans MS" pitchFamily="66" charset="0"/>
              </a:rPr>
              <a:t>relative pronoun</a:t>
            </a:r>
            <a:r>
              <a:rPr altLang="en-US" sz="2400" lang="en-US">
                <a:solidFill>
                  <a:schemeClr val="lt2"/>
                </a:solidFill>
                <a:latin typeface="Comic Sans MS" pitchFamily="66" charset="0"/>
              </a:rPr>
              <a:t>.</a:t>
            </a:r>
          </a:p>
          <a:p>
            <a:pPr indent="0" lvl="0" marL="0">
              <a:buFontTx/>
              <a:buNone/>
            </a:pPr>
            <a:endParaRPr altLang="en-US" b="1" sz="2000" lang="en-US"/>
          </a:p>
        </p:txBody>
      </p:sp>
      <p:cxnSp>
        <p:nvCxnSpPr>
          <p:cNvPr id="3145728" name="Straight Arrow Connector 4"/>
          <p:cNvCxnSpPr>
            <a:cxnSpLocks/>
          </p:cNvCxnSpPr>
          <p:nvPr/>
        </p:nvCxnSpPr>
        <p:spPr>
          <a:xfrm rot="0" flipH="1">
            <a:off x="4787900" y="4429125"/>
            <a:ext cx="11112" cy="584200"/>
          </a:xfrm>
          <a:prstGeom prst="straightConnector1"/>
          <a:noFill/>
          <a:ln w="9525" cap="flat" cmpd="sng">
            <a:solidFill>
              <a:srgbClr val="FF0000">
                <a:alpha val="100000"/>
              </a:srgbClr>
            </a:solidFill>
            <a:prstDash val="solid"/>
            <a:round/>
            <a:tailEnd type="arrow" w="med" len="med"/>
          </a:ln>
        </p:spPr>
      </p:cxnSp>
    </p:spTree>
  </p:cSld>
  <p:clrMapOvr>
    <a:masterClrMapping/>
  </p:clrMapOvr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85" name="Rectangle 2"/>
          <p:cNvSpPr/>
          <p:nvPr>
            <p:ph type="title" sz="full" idx="0"/>
          </p:nvPr>
        </p:nvSpPr>
        <p:spPr>
          <a:xfrm rot="0">
            <a:off x="457200" y="274637"/>
            <a:ext cx="82296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sz="3200" lang="en-US">
                <a:solidFill>
                  <a:srgbClr val="04053A"/>
                </a:solidFill>
                <a:latin typeface="Comic Sans MS" pitchFamily="66" charset="0"/>
              </a:rPr>
              <a:t>Relative Clauses</a:t>
            </a:r>
            <a:br>
              <a:rPr altLang="en-US" sz="3200" lang="en-US">
                <a:solidFill>
                  <a:srgbClr val="04053A"/>
                </a:solidFill>
                <a:latin typeface="Comic Sans MS" pitchFamily="66" charset="0"/>
              </a:rPr>
            </a:br>
            <a:r>
              <a:rPr altLang="en-US" sz="3200" lang="en-US">
                <a:solidFill>
                  <a:srgbClr val="04053A"/>
                </a:solidFill>
                <a:latin typeface="Comic Sans MS" pitchFamily="66" charset="0"/>
              </a:rPr>
              <a:t>Defining Relative Clause</a:t>
            </a:r>
          </a:p>
        </p:txBody>
      </p:sp>
      <p:sp>
        <p:nvSpPr>
          <p:cNvPr id="1048586" name="Rectangle 3"/>
          <p:cNvSpPr/>
          <p:nvPr>
            <p:ph type="body" sz="full" idx="1"/>
          </p:nvPr>
        </p:nvSpPr>
        <p:spPr>
          <a:xfrm rot="0">
            <a:off x="436562" y="1484312"/>
            <a:ext cx="8261350" cy="44656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lnSpc>
                <a:spcPct val="90000"/>
              </a:lnSpc>
              <a:buFontTx/>
              <a:buNone/>
            </a:pPr>
            <a:r>
              <a:rPr altLang="en-US" lang="en-US">
                <a:solidFill>
                  <a:srgbClr val="C00000"/>
                </a:solidFill>
                <a:latin typeface="Comic Sans MS" pitchFamily="66" charset="0"/>
              </a:rPr>
              <a:t>Relative Pronouns:</a:t>
            </a:r>
          </a:p>
          <a:p>
            <a:pPr eaLnBrk="1" hangingPunct="1" indent="0" lvl="0" marL="0">
              <a:lnSpc>
                <a:spcPct val="90000"/>
              </a:lnSpc>
              <a:buFontTx/>
              <a:buNone/>
            </a:pPr>
            <a:r>
              <a:rPr altLang="en-US" sz="2400" lang="en-US">
                <a:solidFill>
                  <a:schemeClr val="accent2"/>
                </a:solidFill>
                <a:latin typeface="Comic Sans MS" pitchFamily="66" charset="0"/>
              </a:rPr>
              <a:t>1- Who       </a:t>
            </a:r>
            <a:r>
              <a:rPr altLang="en-US" sz="2400" lang="en-US">
                <a:latin typeface="Comic Sans MS" pitchFamily="66" charset="0"/>
              </a:rPr>
              <a:t>for people      subject or object pronoun</a:t>
            </a:r>
          </a:p>
          <a:p>
            <a:pPr eaLnBrk="1" hangingPunct="1" indent="0" lvl="0" marL="0">
              <a:lnSpc>
                <a:spcPct val="90000"/>
              </a:lnSpc>
              <a:buFontTx/>
              <a:buNone/>
            </a:pPr>
            <a:r>
              <a:rPr altLang="en-US" sz="2400" lang="en-US">
                <a:latin typeface="Comic Sans MS" pitchFamily="66" charset="0"/>
              </a:rPr>
              <a:t>The </a:t>
            </a:r>
            <a:r>
              <a:rPr altLang="en-US" sz="2400" lang="en-US">
                <a:solidFill>
                  <a:schemeClr val="accent2"/>
                </a:solidFill>
                <a:latin typeface="Comic Sans MS" pitchFamily="66" charset="0"/>
              </a:rPr>
              <a:t>customer</a:t>
            </a:r>
            <a:r>
              <a:rPr altLang="en-US" sz="2400" lang="en-US">
                <a:latin typeface="Comic Sans MS" pitchFamily="66" charset="0"/>
              </a:rPr>
              <a:t> </a:t>
            </a:r>
            <a:r>
              <a:rPr altLang="en-US" sz="2400" lang="en-US">
                <a:solidFill>
                  <a:srgbClr val="C00000"/>
                </a:solidFill>
                <a:latin typeface="Comic Sans MS" pitchFamily="66" charset="0"/>
              </a:rPr>
              <a:t>who called me </a:t>
            </a:r>
            <a:r>
              <a:rPr altLang="en-US" sz="2400" lang="en-US">
                <a:latin typeface="Comic Sans MS" pitchFamily="66" charset="0"/>
              </a:rPr>
              <a:t>was happy. (</a:t>
            </a:r>
            <a:r>
              <a:rPr altLang="en-US" sz="2000" lang="en-US">
                <a:latin typeface="Comic Sans MS" pitchFamily="66" charset="0"/>
              </a:rPr>
              <a:t>Subject Pronoun)</a:t>
            </a:r>
          </a:p>
          <a:p>
            <a:pPr eaLnBrk="1" hangingPunct="1" indent="0" lvl="0" marL="0">
              <a:lnSpc>
                <a:spcPct val="90000"/>
              </a:lnSpc>
              <a:buFontTx/>
              <a:buNone/>
            </a:pPr>
            <a:r>
              <a:rPr altLang="en-US" sz="2400" lang="en-US">
                <a:latin typeface="Comic Sans MS" pitchFamily="66" charset="0"/>
              </a:rPr>
              <a:t>The </a:t>
            </a:r>
            <a:r>
              <a:rPr altLang="en-US" sz="2400" lang="en-US">
                <a:solidFill>
                  <a:schemeClr val="accent2"/>
                </a:solidFill>
                <a:latin typeface="Comic Sans MS" pitchFamily="66" charset="0"/>
              </a:rPr>
              <a:t>customer </a:t>
            </a:r>
            <a:r>
              <a:rPr altLang="en-US" sz="2400" lang="en-US">
                <a:solidFill>
                  <a:srgbClr val="C00000"/>
                </a:solidFill>
                <a:latin typeface="Comic Sans MS" pitchFamily="66" charset="0"/>
              </a:rPr>
              <a:t>who I called </a:t>
            </a:r>
            <a:r>
              <a:rPr altLang="en-US" sz="2400" lang="en-US">
                <a:latin typeface="Comic Sans MS" pitchFamily="66" charset="0"/>
              </a:rPr>
              <a:t>was angry.  </a:t>
            </a:r>
            <a:r>
              <a:rPr altLang="en-US" sz="2000" lang="en-US">
                <a:latin typeface="Comic Sans MS" pitchFamily="66" charset="0"/>
              </a:rPr>
              <a:t>(object pronoun</a:t>
            </a:r>
            <a:r>
              <a:rPr altLang="en-US" sz="2000" lang="en-US">
                <a:latin typeface="Comic Sans MS" pitchFamily="66" charset="0"/>
              </a:rPr>
              <a:t>)</a:t>
            </a:r>
          </a:p>
          <a:p>
            <a:pPr eaLnBrk="1" hangingPunct="1" indent="0" lvl="0" marL="0">
              <a:lnSpc>
                <a:spcPct val="90000"/>
              </a:lnSpc>
              <a:buFontTx/>
              <a:buNone/>
            </a:pPr>
            <a:endParaRPr altLang="en-US" sz="2000" lang="en-US">
              <a:latin typeface="Comic Sans MS" pitchFamily="66" charset="0"/>
            </a:endParaRPr>
          </a:p>
          <a:p>
            <a:pPr eaLnBrk="1" hangingPunct="1" indent="0" lvl="0" marL="0">
              <a:lnSpc>
                <a:spcPct val="90000"/>
              </a:lnSpc>
              <a:buFontTx/>
              <a:buNone/>
            </a:pPr>
            <a:r>
              <a:rPr altLang="en-US" sz="2400" lang="en-US">
                <a:latin typeface="Comic Sans MS" pitchFamily="66" charset="0"/>
              </a:rPr>
              <a:t>2- </a:t>
            </a:r>
            <a:r>
              <a:rPr altLang="en-US" sz="2400" lang="en-US">
                <a:solidFill>
                  <a:srgbClr val="2D2D8A"/>
                </a:solidFill>
                <a:latin typeface="Comic Sans MS" pitchFamily="66" charset="0"/>
              </a:rPr>
              <a:t>Whom</a:t>
            </a:r>
            <a:r>
              <a:rPr altLang="en-US" sz="2400" lang="en-US">
                <a:latin typeface="Comic Sans MS" pitchFamily="66" charset="0"/>
              </a:rPr>
              <a:t>      for people      object </a:t>
            </a:r>
            <a:r>
              <a:rPr altLang="en-US" sz="2400" lang="en-US">
                <a:latin typeface="Comic Sans MS" pitchFamily="66" charset="0"/>
              </a:rPr>
              <a:t>pronoun</a:t>
            </a:r>
          </a:p>
          <a:p>
            <a:pPr eaLnBrk="1" hangingPunct="1" indent="0" lvl="0" marL="0">
              <a:lnSpc>
                <a:spcPct val="90000"/>
              </a:lnSpc>
              <a:buFontTx/>
              <a:buNone/>
            </a:pPr>
            <a:r>
              <a:rPr altLang="en-US" sz="2400" lang="en-US">
                <a:latin typeface="Comic Sans MS" pitchFamily="66" charset="0"/>
              </a:rPr>
              <a:t>The </a:t>
            </a:r>
            <a:r>
              <a:rPr altLang="en-US" sz="2400" lang="en-US">
                <a:solidFill>
                  <a:srgbClr val="2D2D8A"/>
                </a:solidFill>
                <a:latin typeface="Comic Sans MS" pitchFamily="66" charset="0"/>
              </a:rPr>
              <a:t>customer </a:t>
            </a:r>
            <a:r>
              <a:rPr altLang="en-US" sz="2400" lang="en-US">
                <a:solidFill>
                  <a:srgbClr val="C00000"/>
                </a:solidFill>
                <a:latin typeface="Comic Sans MS" pitchFamily="66" charset="0"/>
              </a:rPr>
              <a:t>whom I called </a:t>
            </a:r>
            <a:r>
              <a:rPr altLang="en-US" sz="2400" lang="en-US">
                <a:latin typeface="Comic Sans MS" pitchFamily="66" charset="0"/>
              </a:rPr>
              <a:t>was angry.</a:t>
            </a:r>
          </a:p>
          <a:p>
            <a:pPr eaLnBrk="1" hangingPunct="1" indent="0" lvl="0" marL="0">
              <a:lnSpc>
                <a:spcPct val="90000"/>
              </a:lnSpc>
              <a:buFontTx/>
              <a:buNone/>
            </a:pPr>
            <a:r>
              <a:rPr altLang="en-US" b="1" sz="2000" lang="en-US">
                <a:latin typeface="Comic Sans MS" pitchFamily="66" charset="0"/>
              </a:rPr>
              <a:t>“whom” is only really used in very formal English. (writing)</a:t>
            </a:r>
          </a:p>
          <a:p>
            <a:pPr eaLnBrk="1" hangingPunct="1" indent="0" lvl="0" marL="0">
              <a:lnSpc>
                <a:spcPct val="90000"/>
              </a:lnSpc>
              <a:buFontTx/>
              <a:buNone/>
            </a:pPr>
            <a:r>
              <a:rPr altLang="en-US" b="1" sz="2000" lang="en-US">
                <a:latin typeface="Comic Sans MS" pitchFamily="66" charset="0"/>
              </a:rPr>
              <a:t>It is more common to use “who” as the object pronoun for people. (spoken)</a:t>
            </a:r>
          </a:p>
          <a:p>
            <a:pPr eaLnBrk="1" hangingPunct="1" indent="0" lvl="0" marL="0">
              <a:lnSpc>
                <a:spcPct val="90000"/>
              </a:lnSpc>
              <a:buFontTx/>
              <a:buNone/>
            </a:pPr>
            <a:r>
              <a:rPr altLang="en-US" b="1" sz="2000" lang="en-US">
                <a:latin typeface="Comic Sans MS" pitchFamily="66" charset="0"/>
              </a:rPr>
              <a:t>“</a:t>
            </a:r>
            <a:r>
              <a:rPr altLang="en-US" b="1" sz="2000" lang="en-US">
                <a:solidFill>
                  <a:srgbClr val="C00000"/>
                </a:solidFill>
                <a:latin typeface="Comic Sans MS" pitchFamily="66" charset="0"/>
              </a:rPr>
              <a:t>Who</a:t>
            </a:r>
            <a:r>
              <a:rPr altLang="en-US" b="1" sz="2000" lang="en-US">
                <a:latin typeface="Comic Sans MS" pitchFamily="66" charset="0"/>
              </a:rPr>
              <a:t>” and “</a:t>
            </a:r>
            <a:r>
              <a:rPr altLang="en-US" b="1" sz="2000" lang="en-US">
                <a:solidFill>
                  <a:srgbClr val="C00000"/>
                </a:solidFill>
                <a:latin typeface="Comic Sans MS" pitchFamily="66" charset="0"/>
              </a:rPr>
              <a:t>Whom</a:t>
            </a:r>
            <a:r>
              <a:rPr altLang="en-US" b="1" sz="2000" lang="en-US">
                <a:latin typeface="Comic Sans MS" pitchFamily="66" charset="0"/>
              </a:rPr>
              <a:t>” are often replaced by “that” in</a:t>
            </a:r>
          </a:p>
          <a:p>
            <a:pPr eaLnBrk="1" hangingPunct="1" indent="0" lvl="0" marL="0">
              <a:lnSpc>
                <a:spcPct val="90000"/>
              </a:lnSpc>
              <a:buFontTx/>
              <a:buNone/>
            </a:pPr>
            <a:r>
              <a:rPr altLang="en-US" b="1" sz="2000" lang="en-US">
                <a:latin typeface="Comic Sans MS" pitchFamily="66" charset="0"/>
              </a:rPr>
              <a:t>Spoken English.</a:t>
            </a:r>
          </a:p>
          <a:p>
            <a:pPr eaLnBrk="1" hangingPunct="1" indent="0" lvl="0" marL="0">
              <a:lnSpc>
                <a:spcPct val="90000"/>
              </a:lnSpc>
              <a:buFontTx/>
              <a:buNone/>
            </a:pPr>
            <a:endParaRPr altLang="en-US" sz="2400" lang="en-US">
              <a:latin typeface="Comic Sans MS" pitchFamily="66" charset="0"/>
            </a:endParaRPr>
          </a:p>
          <a:p>
            <a:pPr eaLnBrk="1" hangingPunct="1" indent="0" lvl="0" marL="0">
              <a:lnSpc>
                <a:spcPct val="90000"/>
              </a:lnSpc>
              <a:buFontTx/>
              <a:buNone/>
            </a:pPr>
            <a:r>
              <a:rPr altLang="en-US" sz="2000" lang="en-US">
                <a:latin typeface="Comic Sans MS" pitchFamily="66" charset="0"/>
              </a:rPr>
              <a:t>      </a:t>
            </a:r>
          </a:p>
          <a:p>
            <a:pPr eaLnBrk="1" hangingPunct="1" indent="0" lvl="0" marL="0">
              <a:lnSpc>
                <a:spcPct val="90000"/>
              </a:lnSpc>
              <a:buFontTx/>
              <a:buNone/>
            </a:pPr>
            <a:endParaRPr altLang="en-US" sz="2400" lang="en-US">
              <a:latin typeface="Comic Sans MS" pitchFamily="66" charset="0"/>
            </a:endParaRPr>
          </a:p>
        </p:txBody>
      </p:sp>
    </p:spTree>
  </p:cSld>
  <p:clrMapOvr>
    <a:masterClrMapping/>
  </p:clrMapOvr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87" name="Rectangle 3"/>
          <p:cNvSpPr/>
          <p:nvPr>
            <p:ph type="body" sz="full" idx="1"/>
          </p:nvPr>
        </p:nvSpPr>
        <p:spPr>
          <a:xfrm rot="0">
            <a:off x="419100" y="603250"/>
            <a:ext cx="8267700" cy="50927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buFontTx/>
              <a:buNone/>
            </a:pPr>
            <a:r>
              <a:rPr altLang="en-US" b="1" sz="2000" lang="en-US">
                <a:latin typeface="Comic Sans MS" pitchFamily="66" charset="0"/>
              </a:rPr>
              <a:t>3- </a:t>
            </a:r>
            <a:r>
              <a:rPr altLang="en-US" b="1" sz="2000" lang="en-US">
                <a:solidFill>
                  <a:schemeClr val="accent2"/>
                </a:solidFill>
                <a:latin typeface="Comic Sans MS" pitchFamily="66" charset="0"/>
              </a:rPr>
              <a:t>Which</a:t>
            </a:r>
            <a:r>
              <a:rPr altLang="en-US" b="1" sz="2000" lang="en-US">
                <a:latin typeface="Comic Sans MS" pitchFamily="66" charset="0"/>
              </a:rPr>
              <a:t>   for things or animals     subject or object pronoun</a:t>
            </a:r>
          </a:p>
          <a:p>
            <a:pPr eaLnBrk="1" hangingPunct="1" indent="0" lvl="0" marL="0">
              <a:buFontTx/>
              <a:buNone/>
            </a:pPr>
            <a:r>
              <a:rPr altLang="en-US" b="1" sz="2000" lang="en-US">
                <a:latin typeface="Comic Sans MS" pitchFamily="66" charset="0"/>
              </a:rPr>
              <a:t>       It’s a book </a:t>
            </a:r>
            <a:r>
              <a:rPr altLang="en-US" b="1" sz="2000" lang="en-US" u="sng">
                <a:solidFill>
                  <a:srgbClr val="C00000"/>
                </a:solidFill>
                <a:latin typeface="Comic Sans MS" pitchFamily="66" charset="0"/>
              </a:rPr>
              <a:t>which </a:t>
            </a:r>
            <a:r>
              <a:rPr altLang="en-US" b="1" sz="2000" lang="en-US" u="sng">
                <a:latin typeface="Comic Sans MS" pitchFamily="66" charset="0"/>
              </a:rPr>
              <a:t>will interest you</a:t>
            </a:r>
            <a:r>
              <a:rPr altLang="en-US" b="1" sz="2000" lang="en-US">
                <a:latin typeface="Comic Sans MS" pitchFamily="66" charset="0"/>
              </a:rPr>
              <a:t>.    (Subject pronoun)</a:t>
            </a:r>
          </a:p>
          <a:p>
            <a:pPr eaLnBrk="1" hangingPunct="1" indent="0" lvl="0" marL="0">
              <a:buFontTx/>
              <a:buNone/>
            </a:pPr>
            <a:r>
              <a:rPr altLang="en-US" b="1" sz="2000" lang="en-US">
                <a:latin typeface="Comic Sans MS" pitchFamily="66" charset="0"/>
              </a:rPr>
              <a:t> </a:t>
            </a:r>
            <a:r>
              <a:rPr altLang="en-US" b="1" sz="2000" lang="en-US">
                <a:latin typeface="Comic Sans MS" pitchFamily="66" charset="0"/>
              </a:rPr>
              <a:t>      The car </a:t>
            </a:r>
            <a:r>
              <a:rPr altLang="en-US" b="1" sz="2000" lang="en-US" u="sng">
                <a:solidFill>
                  <a:srgbClr val="C00000"/>
                </a:solidFill>
                <a:latin typeface="Comic Sans MS" pitchFamily="66" charset="0"/>
              </a:rPr>
              <a:t>which</a:t>
            </a:r>
            <a:r>
              <a:rPr altLang="en-US" b="1" sz="2000" lang="en-US" u="sng">
                <a:latin typeface="Comic Sans MS" pitchFamily="66" charset="0"/>
              </a:rPr>
              <a:t> he bought </a:t>
            </a:r>
            <a:r>
              <a:rPr altLang="en-US" b="1" sz="2000" lang="en-US">
                <a:latin typeface="Comic Sans MS" pitchFamily="66" charset="0"/>
              </a:rPr>
              <a:t>was expensive. (Object pronoun)</a:t>
            </a:r>
          </a:p>
          <a:p>
            <a:pPr eaLnBrk="1" hangingPunct="1" indent="0" lvl="0" marL="0">
              <a:buFontTx/>
              <a:buNone/>
            </a:pPr>
            <a:r>
              <a:rPr altLang="en-US" b="1" sz="2000" lang="en-US">
                <a:latin typeface="Comic Sans MS" pitchFamily="66" charset="0"/>
              </a:rPr>
              <a:t>“Which” is often replaced by “that” in spoken English.</a:t>
            </a:r>
          </a:p>
          <a:p>
            <a:pPr eaLnBrk="1" hangingPunct="1" indent="0" lvl="0" marL="0">
              <a:buFontTx/>
              <a:buNone/>
            </a:pPr>
            <a:endParaRPr altLang="en-US" b="1" sz="2000" lang="en-US">
              <a:latin typeface="Comic Sans MS" pitchFamily="66" charset="0"/>
            </a:endParaRPr>
          </a:p>
          <a:p>
            <a:pPr eaLnBrk="1" hangingPunct="1" indent="0" lvl="0" marL="0">
              <a:buFontTx/>
              <a:buNone/>
            </a:pPr>
            <a:r>
              <a:rPr altLang="en-US" b="1" sz="2000" lang="en-US">
                <a:latin typeface="Comic Sans MS" pitchFamily="66" charset="0"/>
              </a:rPr>
              <a:t>4- </a:t>
            </a:r>
            <a:r>
              <a:rPr altLang="en-US" b="1" sz="2000" lang="en-US">
                <a:solidFill>
                  <a:schemeClr val="accent2"/>
                </a:solidFill>
                <a:latin typeface="Comic Sans MS" pitchFamily="66" charset="0"/>
              </a:rPr>
              <a:t>that</a:t>
            </a:r>
            <a:r>
              <a:rPr altLang="en-US" b="1" sz="2000" lang="en-US">
                <a:latin typeface="Comic Sans MS" pitchFamily="66" charset="0"/>
              </a:rPr>
              <a:t>   </a:t>
            </a:r>
            <a:r>
              <a:rPr altLang="en-US" b="1" sz="2000" lang="en-US">
                <a:latin typeface="Comic Sans MS" pitchFamily="66" charset="0"/>
              </a:rPr>
              <a:t>for </a:t>
            </a:r>
            <a:r>
              <a:rPr altLang="en-US" b="1" sz="2000" lang="en-US">
                <a:latin typeface="Comic Sans MS" pitchFamily="66" charset="0"/>
              </a:rPr>
              <a:t>people </a:t>
            </a:r>
            <a:r>
              <a:rPr altLang="en-US" b="1" sz="2000" lang="en-US">
                <a:latin typeface="Comic Sans MS" pitchFamily="66" charset="0"/>
              </a:rPr>
              <a:t>or </a:t>
            </a:r>
            <a:r>
              <a:rPr altLang="en-US" b="1" sz="2000" lang="en-US">
                <a:latin typeface="Comic Sans MS" pitchFamily="66" charset="0"/>
              </a:rPr>
              <a:t>things     </a:t>
            </a:r>
            <a:r>
              <a:rPr altLang="en-US" b="1" sz="2000" lang="en-US">
                <a:latin typeface="Comic Sans MS" pitchFamily="66" charset="0"/>
              </a:rPr>
              <a:t>subject or object </a:t>
            </a:r>
            <a:r>
              <a:rPr altLang="en-US" b="1" sz="2000" lang="en-US">
                <a:latin typeface="Comic Sans MS" pitchFamily="66" charset="0"/>
              </a:rPr>
              <a:t>pronoun</a:t>
            </a:r>
          </a:p>
          <a:p>
            <a:pPr eaLnBrk="1" hangingPunct="1" indent="0" lvl="0" marL="0">
              <a:buFontTx/>
              <a:buNone/>
            </a:pPr>
            <a:r>
              <a:rPr altLang="en-US" b="1" sz="2000" lang="en-US">
                <a:latin typeface="Comic Sans MS" pitchFamily="66" charset="0"/>
              </a:rPr>
              <a:t> </a:t>
            </a:r>
            <a:r>
              <a:rPr altLang="en-US" b="1" sz="2000" lang="en-US">
                <a:latin typeface="Comic Sans MS" pitchFamily="66" charset="0"/>
              </a:rPr>
              <a:t>   The customer </a:t>
            </a:r>
            <a:r>
              <a:rPr altLang="en-US" b="1" sz="2000" lang="en-US" u="sng">
                <a:solidFill>
                  <a:srgbClr val="C00000"/>
                </a:solidFill>
                <a:latin typeface="Comic Sans MS" pitchFamily="66" charset="0"/>
              </a:rPr>
              <a:t>that</a:t>
            </a:r>
            <a:r>
              <a:rPr altLang="en-US" b="1" sz="2000" lang="en-US" u="sng">
                <a:latin typeface="Comic Sans MS" pitchFamily="66" charset="0"/>
              </a:rPr>
              <a:t> called me </a:t>
            </a:r>
            <a:r>
              <a:rPr altLang="en-US" b="1" sz="2000" lang="en-US">
                <a:latin typeface="Comic Sans MS" pitchFamily="66" charset="0"/>
              </a:rPr>
              <a:t>was angry.   </a:t>
            </a:r>
            <a:r>
              <a:rPr altLang="en-US" sz="2000" lang="en-US">
                <a:latin typeface="Comic Sans MS" pitchFamily="66" charset="0"/>
              </a:rPr>
              <a:t>(Subject Pronoun)</a:t>
            </a:r>
          </a:p>
          <a:p>
            <a:pPr eaLnBrk="1" hangingPunct="1" indent="0" lvl="0" marL="0">
              <a:buFontTx/>
              <a:buNone/>
            </a:pPr>
            <a:r>
              <a:rPr altLang="en-US" b="1" sz="2000" lang="en-US">
                <a:latin typeface="Comic Sans MS" pitchFamily="66" charset="0"/>
              </a:rPr>
              <a:t> </a:t>
            </a:r>
            <a:r>
              <a:rPr altLang="en-US" b="1" sz="2000" lang="en-US">
                <a:latin typeface="Comic Sans MS" pitchFamily="66" charset="0"/>
              </a:rPr>
              <a:t>   The customer </a:t>
            </a:r>
            <a:r>
              <a:rPr altLang="en-US" b="1" sz="2000" lang="en-US" u="sng">
                <a:solidFill>
                  <a:srgbClr val="C00000"/>
                </a:solidFill>
                <a:latin typeface="Comic Sans MS" pitchFamily="66" charset="0"/>
              </a:rPr>
              <a:t>that</a:t>
            </a:r>
            <a:r>
              <a:rPr altLang="en-US" b="1" sz="2000" lang="en-US" u="sng">
                <a:latin typeface="Comic Sans MS" pitchFamily="66" charset="0"/>
              </a:rPr>
              <a:t> I called </a:t>
            </a:r>
            <a:r>
              <a:rPr altLang="en-US" b="1" sz="2000" lang="en-US">
                <a:latin typeface="Comic Sans MS" pitchFamily="66" charset="0"/>
              </a:rPr>
              <a:t>was happy.     </a:t>
            </a:r>
            <a:r>
              <a:rPr altLang="en-US" sz="2000" lang="en-US">
                <a:latin typeface="Comic Sans MS" pitchFamily="66" charset="0"/>
              </a:rPr>
              <a:t>(object Pronoun</a:t>
            </a:r>
            <a:r>
              <a:rPr altLang="en-US" sz="2000" lang="en-US">
                <a:latin typeface="Comic Sans MS" pitchFamily="66" charset="0"/>
              </a:rPr>
              <a:t>)</a:t>
            </a:r>
          </a:p>
          <a:p>
            <a:pPr eaLnBrk="1" hangingPunct="1" indent="0" lvl="0" marL="0">
              <a:buFontTx/>
              <a:buNone/>
            </a:pPr>
            <a:r>
              <a:rPr altLang="en-US" sz="2000" lang="en-US">
                <a:latin typeface="Comic Sans MS" pitchFamily="66" charset="0"/>
              </a:rPr>
              <a:t> </a:t>
            </a:r>
            <a:r>
              <a:rPr altLang="en-US" sz="2000" lang="en-US">
                <a:latin typeface="Comic Sans MS" pitchFamily="66" charset="0"/>
              </a:rPr>
              <a:t>     </a:t>
            </a:r>
            <a:r>
              <a:rPr altLang="en-US" b="1" sz="2000" lang="en-US">
                <a:latin typeface="Comic Sans MS" pitchFamily="66" charset="0"/>
              </a:rPr>
              <a:t>It’s a film </a:t>
            </a:r>
            <a:r>
              <a:rPr altLang="en-US" b="1" sz="2000" lang="en-US" u="sng">
                <a:solidFill>
                  <a:srgbClr val="C00000"/>
                </a:solidFill>
                <a:latin typeface="Comic Sans MS" pitchFamily="66" charset="0"/>
              </a:rPr>
              <a:t>that</a:t>
            </a:r>
            <a:r>
              <a:rPr altLang="en-US" b="1" sz="2000" lang="en-US" u="sng">
                <a:latin typeface="Comic Sans MS" pitchFamily="66" charset="0"/>
              </a:rPr>
              <a:t> scared </a:t>
            </a:r>
            <a:r>
              <a:rPr altLang="en-US" b="1" sz="2000" lang="en-US" u="sng">
                <a:latin typeface="Comic Sans MS" pitchFamily="66" charset="0"/>
              </a:rPr>
              <a:t>us</a:t>
            </a:r>
            <a:r>
              <a:rPr altLang="en-US" b="1" sz="2000" lang="en-US">
                <a:latin typeface="Comic Sans MS" pitchFamily="66" charset="0"/>
              </a:rPr>
              <a:t>.</a:t>
            </a:r>
            <a:r>
              <a:rPr altLang="en-US" b="1" sz="2000" lang="en-US">
                <a:latin typeface="Comic Sans MS" pitchFamily="66" charset="0"/>
              </a:rPr>
              <a:t>                   </a:t>
            </a:r>
            <a:r>
              <a:rPr altLang="en-US" sz="2000" lang="en-US">
                <a:latin typeface="Comic Sans MS" pitchFamily="66" charset="0"/>
              </a:rPr>
              <a:t>(subject </a:t>
            </a:r>
            <a:r>
              <a:rPr altLang="en-US" sz="2000" lang="en-US">
                <a:latin typeface="Comic Sans MS" pitchFamily="66" charset="0"/>
              </a:rPr>
              <a:t>Pronoun)</a:t>
            </a:r>
          </a:p>
          <a:p>
            <a:pPr eaLnBrk="1" hangingPunct="1" indent="0" lvl="0" marL="0">
              <a:buFontTx/>
              <a:buNone/>
            </a:pPr>
            <a:r>
              <a:rPr altLang="en-US" sz="1800" lang="en-US">
                <a:latin typeface="Comic Sans MS" pitchFamily="66" charset="0"/>
              </a:rPr>
              <a:t>      </a:t>
            </a:r>
            <a:r>
              <a:rPr altLang="en-US" b="1" sz="1800" lang="en-US">
                <a:latin typeface="Comic Sans MS" pitchFamily="66" charset="0"/>
              </a:rPr>
              <a:t>The dress </a:t>
            </a:r>
            <a:r>
              <a:rPr altLang="en-US" b="1" sz="1800" lang="en-US" u="sng">
                <a:solidFill>
                  <a:srgbClr val="C00000"/>
                </a:solidFill>
                <a:latin typeface="Comic Sans MS" pitchFamily="66" charset="0"/>
              </a:rPr>
              <a:t>that</a:t>
            </a:r>
            <a:r>
              <a:rPr altLang="en-US" b="1" sz="1800" lang="en-US" u="sng">
                <a:latin typeface="Comic Sans MS" pitchFamily="66" charset="0"/>
              </a:rPr>
              <a:t> she was wearing </a:t>
            </a:r>
            <a:r>
              <a:rPr altLang="en-US" b="1" sz="1800" lang="en-US">
                <a:latin typeface="Comic Sans MS" pitchFamily="66" charset="0"/>
              </a:rPr>
              <a:t>was beautiful</a:t>
            </a:r>
            <a:r>
              <a:rPr altLang="en-US" sz="1800" lang="en-US">
                <a:latin typeface="Comic Sans MS" pitchFamily="66" charset="0"/>
              </a:rPr>
              <a:t>.    (object pronoun)</a:t>
            </a:r>
          </a:p>
          <a:p>
            <a:pPr eaLnBrk="1" hangingPunct="1" indent="0" lvl="0" marL="0">
              <a:buFontTx/>
              <a:buNone/>
            </a:pPr>
            <a:endParaRPr altLang="en-US" sz="1800" lang="en-US">
              <a:latin typeface="Comic Sans MS" pitchFamily="66" charset="0"/>
            </a:endParaRPr>
          </a:p>
          <a:p>
            <a:pPr eaLnBrk="1" hangingPunct="1" indent="0" lvl="0" marL="0">
              <a:buFontTx/>
              <a:buNone/>
            </a:pPr>
            <a:r>
              <a:rPr altLang="en-US" b="1" sz="2000" lang="en-US">
                <a:latin typeface="Comic Sans MS" pitchFamily="66" charset="0"/>
              </a:rPr>
              <a:t>“</a:t>
            </a:r>
            <a:r>
              <a:rPr altLang="en-US" b="1" sz="2000" lang="en-US">
                <a:solidFill>
                  <a:srgbClr val="C00000"/>
                </a:solidFill>
                <a:latin typeface="Comic Sans MS" pitchFamily="66" charset="0"/>
              </a:rPr>
              <a:t>that</a:t>
            </a:r>
            <a:r>
              <a:rPr altLang="en-US" b="1" sz="2000" lang="en-US">
                <a:latin typeface="Comic Sans MS" pitchFamily="66" charset="0"/>
              </a:rPr>
              <a:t>” is very common in spoken English.</a:t>
            </a:r>
          </a:p>
          <a:p>
            <a:pPr eaLnBrk="1" hangingPunct="1" indent="0" lvl="0" marL="0">
              <a:buFontTx/>
              <a:buNone/>
            </a:pPr>
            <a:endParaRPr altLang="en-US" b="1" sz="2000" lang="en-US" u="sng">
              <a:latin typeface="Comic Sans MS" pitchFamily="66" charset="0"/>
            </a:endParaRPr>
          </a:p>
          <a:p>
            <a:pPr eaLnBrk="1" hangingPunct="1" indent="0" lvl="0" marL="0">
              <a:buFontTx/>
              <a:buNone/>
            </a:pPr>
            <a:endParaRPr altLang="en-US" b="1" sz="2000" lang="en-US">
              <a:latin typeface="Comic Sans MS" pitchFamily="66" charset="0"/>
            </a:endParaRPr>
          </a:p>
          <a:p>
            <a:pPr eaLnBrk="1" hangingPunct="1" indent="0" lvl="0" marL="0">
              <a:buFontTx/>
              <a:buNone/>
            </a:pPr>
            <a:endParaRPr altLang="en-US" lang="en-US">
              <a:latin typeface="Comic Sans MS" pitchFamily="66" charset="0"/>
            </a:endParaRPr>
          </a:p>
        </p:txBody>
      </p:sp>
    </p:spTree>
  </p:cSld>
  <p:clrMapOvr>
    <a:masterClrMapping/>
  </p:clrMapOvr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88" name="Rectangle 3"/>
          <p:cNvSpPr/>
          <p:nvPr>
            <p:ph type="body" sz="full" idx="1"/>
          </p:nvPr>
        </p:nvSpPr>
        <p:spPr>
          <a:xfrm rot="0">
            <a:off x="457200" y="549275"/>
            <a:ext cx="8229600" cy="391318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lnSpc>
                <a:spcPct val="90000"/>
              </a:lnSpc>
              <a:buFontTx/>
              <a:buNone/>
            </a:pPr>
            <a:r>
              <a:rPr altLang="en-US" sz="2400" lang="en-US">
                <a:solidFill>
                  <a:srgbClr val="002060"/>
                </a:solidFill>
                <a:latin typeface="Comic Sans MS" pitchFamily="66" charset="0"/>
              </a:rPr>
              <a:t>5- Whose    </a:t>
            </a:r>
            <a:r>
              <a:rPr altLang="en-US" sz="2400" lang="en-US">
                <a:latin typeface="Comic Sans MS" pitchFamily="66" charset="0"/>
              </a:rPr>
              <a:t>for people or things   possessive pronoun </a:t>
            </a:r>
          </a:p>
          <a:p>
            <a:pPr eaLnBrk="1" hangingPunct="1" indent="0" lvl="0" marL="0">
              <a:lnSpc>
                <a:spcPct val="90000"/>
              </a:lnSpc>
              <a:buFontTx/>
              <a:buNone/>
            </a:pPr>
            <a:r>
              <a:rPr altLang="en-US" sz="2400" lang="en-US">
                <a:solidFill>
                  <a:srgbClr val="002060"/>
                </a:solidFill>
                <a:latin typeface="Comic Sans MS" pitchFamily="66" charset="0"/>
              </a:rPr>
              <a:t> </a:t>
            </a:r>
          </a:p>
          <a:p>
            <a:pPr eaLnBrk="1" hangingPunct="1" indent="0" lvl="0" marL="0">
              <a:lnSpc>
                <a:spcPct val="90000"/>
              </a:lnSpc>
              <a:buFontTx/>
              <a:buNone/>
            </a:pPr>
            <a:r>
              <a:rPr altLang="en-US" sz="2400" lang="en-US">
                <a:solidFill>
                  <a:srgbClr val="002060"/>
                </a:solidFill>
                <a:latin typeface="Comic Sans MS" pitchFamily="66" charset="0"/>
              </a:rPr>
              <a:t> I know a man </a:t>
            </a:r>
            <a:r>
              <a:rPr altLang="en-US" sz="2400" lang="en-US" u="sng">
                <a:solidFill>
                  <a:srgbClr val="C00000"/>
                </a:solidFill>
                <a:latin typeface="Comic Sans MS" pitchFamily="66" charset="0"/>
              </a:rPr>
              <a:t>whose</a:t>
            </a:r>
            <a:r>
              <a:rPr altLang="en-US" sz="2400" lang="en-US" u="sng">
                <a:solidFill>
                  <a:srgbClr val="002060"/>
                </a:solidFill>
                <a:latin typeface="Comic Sans MS" pitchFamily="66" charset="0"/>
              </a:rPr>
              <a:t> daughter lives in New York</a:t>
            </a:r>
            <a:r>
              <a:rPr altLang="en-US" sz="2400" lang="en-US">
                <a:solidFill>
                  <a:srgbClr val="002060"/>
                </a:solidFill>
                <a:latin typeface="Comic Sans MS" pitchFamily="66" charset="0"/>
              </a:rPr>
              <a:t>.</a:t>
            </a:r>
          </a:p>
          <a:p>
            <a:pPr eaLnBrk="1" hangingPunct="1" indent="0" lvl="0" marL="0">
              <a:lnSpc>
                <a:spcPct val="90000"/>
              </a:lnSpc>
              <a:buFontTx/>
              <a:buNone/>
            </a:pPr>
            <a:r>
              <a:rPr altLang="en-US" sz="2400" lang="en-US">
                <a:solidFill>
                  <a:srgbClr val="002060"/>
                </a:solidFill>
                <a:latin typeface="Comic Sans MS" pitchFamily="66" charset="0"/>
              </a:rPr>
              <a:t>      (the man’s daughter lives in New York).</a:t>
            </a:r>
          </a:p>
          <a:p>
            <a:pPr eaLnBrk="1" hangingPunct="1" indent="0" lvl="0" marL="0">
              <a:lnSpc>
                <a:spcPct val="90000"/>
              </a:lnSpc>
              <a:buFontTx/>
              <a:buNone/>
            </a:pPr>
            <a:endParaRPr altLang="en-US" sz="2400" lang="en-US">
              <a:solidFill>
                <a:srgbClr val="002060"/>
              </a:solidFill>
              <a:latin typeface="Comic Sans MS" pitchFamily="66" charset="0"/>
            </a:endParaRPr>
          </a:p>
          <a:p>
            <a:pPr eaLnBrk="1" hangingPunct="1" indent="0" lvl="0" marL="0">
              <a:lnSpc>
                <a:spcPct val="90000"/>
              </a:lnSpc>
              <a:buFontTx/>
              <a:buNone/>
            </a:pPr>
            <a:r>
              <a:rPr altLang="en-US" sz="2400" lang="en-US">
                <a:solidFill>
                  <a:srgbClr val="002060"/>
                </a:solidFill>
                <a:latin typeface="Comic Sans MS" pitchFamily="66" charset="0"/>
              </a:rPr>
              <a:t> </a:t>
            </a:r>
            <a:r>
              <a:rPr altLang="en-US" sz="2400" lang="en-US">
                <a:solidFill>
                  <a:srgbClr val="002060"/>
                </a:solidFill>
                <a:latin typeface="Comic Sans MS" pitchFamily="66" charset="0"/>
              </a:rPr>
              <a:t>Sam works in a restaurant whose manager is never there.</a:t>
            </a:r>
          </a:p>
          <a:p>
            <a:pPr eaLnBrk="1" hangingPunct="1" indent="0" lvl="0" marL="0">
              <a:lnSpc>
                <a:spcPct val="90000"/>
              </a:lnSpc>
              <a:buFontTx/>
              <a:buNone/>
            </a:pPr>
            <a:r>
              <a:rPr altLang="en-US" sz="2400" lang="en-US">
                <a:solidFill>
                  <a:srgbClr val="002060"/>
                </a:solidFill>
                <a:latin typeface="Comic Sans MS" pitchFamily="66" charset="0"/>
              </a:rPr>
              <a:t>      (the restaurant’s manager is never there).</a:t>
            </a:r>
          </a:p>
        </p:txBody>
      </p:sp>
    </p:spTree>
  </p:cSld>
  <p:clrMapOvr>
    <a:masterClrMapping/>
  </p:clrMapOvr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89" name="Rectangle 3"/>
          <p:cNvSpPr/>
          <p:nvPr>
            <p:ph type="body" sz="full" idx="1"/>
          </p:nvPr>
        </p:nvSpPr>
        <p:spPr>
          <a:xfrm rot="0">
            <a:off x="468312" y="863600"/>
            <a:ext cx="8218487" cy="515778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indent="0" lvl="0" marL="0">
              <a:buFontTx/>
              <a:buNone/>
            </a:pPr>
            <a:r>
              <a:rPr altLang="en-US" lang="en-US">
                <a:latin typeface="Comic Sans MS" pitchFamily="66" charset="0"/>
              </a:rPr>
              <a:t>Position of Prepositions</a:t>
            </a:r>
          </a:p>
          <a:p>
            <a:pPr eaLnBrk="1" hangingPunct="1" indent="0" lvl="0" marL="0">
              <a:buFontTx/>
              <a:buNone/>
            </a:pPr>
            <a:r>
              <a:rPr altLang="en-US" b="1" sz="2000" lang="en-US">
                <a:latin typeface="Comic Sans MS" pitchFamily="66" charset="0"/>
              </a:rPr>
              <a:t>There are 2 choices for the position of </a:t>
            </a:r>
            <a:r>
              <a:rPr altLang="en-US" b="1" sz="2000" lang="en-US">
                <a:solidFill>
                  <a:schemeClr val="accent2"/>
                </a:solidFill>
                <a:latin typeface="Comic Sans MS" pitchFamily="66" charset="0"/>
              </a:rPr>
              <a:t>prepositions</a:t>
            </a:r>
            <a:r>
              <a:rPr altLang="en-US" b="1" sz="2000" lang="en-US">
                <a:latin typeface="Comic Sans MS" pitchFamily="66" charset="0"/>
              </a:rPr>
              <a:t>:</a:t>
            </a:r>
          </a:p>
          <a:p>
            <a:pPr eaLnBrk="1" hangingPunct="1" indent="0" lvl="0" marL="0">
              <a:buFont typeface="Arial" pitchFamily="0" charset="0"/>
              <a:buAutoNum type="arabicParenR" startAt="1"/>
            </a:pPr>
            <a:r>
              <a:rPr altLang="en-US" b="1" sz="2000" lang="en-US">
                <a:latin typeface="Comic Sans MS" pitchFamily="66" charset="0"/>
              </a:rPr>
              <a:t>Before the </a:t>
            </a:r>
            <a:r>
              <a:rPr altLang="en-US" b="1" sz="2000" lang="en-US">
                <a:solidFill>
                  <a:srgbClr val="C00000"/>
                </a:solidFill>
                <a:latin typeface="Comic Sans MS" pitchFamily="66" charset="0"/>
              </a:rPr>
              <a:t>relative pronoun </a:t>
            </a:r>
            <a:r>
              <a:rPr altLang="en-US" b="1" sz="2000" lang="en-US">
                <a:latin typeface="Comic Sans MS" pitchFamily="66" charset="0"/>
              </a:rPr>
              <a:t>(Formal)</a:t>
            </a:r>
          </a:p>
          <a:p>
            <a:pPr eaLnBrk="1" hangingPunct="1" indent="0" lvl="0" marL="0">
              <a:buFont typeface="Arial" pitchFamily="0" charset="0"/>
              <a:buAutoNum type="arabicParenR" startAt="1"/>
            </a:pPr>
            <a:r>
              <a:rPr altLang="en-US" b="1" sz="2000" lang="en-US">
                <a:latin typeface="Comic Sans MS" pitchFamily="66" charset="0"/>
              </a:rPr>
              <a:t>At the end of </a:t>
            </a:r>
            <a:r>
              <a:rPr altLang="en-US" b="1" sz="2000" lang="en-US">
                <a:solidFill>
                  <a:srgbClr val="C00000"/>
                </a:solidFill>
                <a:latin typeface="Comic Sans MS" pitchFamily="66" charset="0"/>
              </a:rPr>
              <a:t>the relative clause </a:t>
            </a:r>
            <a:r>
              <a:rPr altLang="en-US" b="1" sz="2000" lang="en-US">
                <a:latin typeface="Comic Sans MS" pitchFamily="66" charset="0"/>
              </a:rPr>
              <a:t>(Informal/ very common)</a:t>
            </a:r>
          </a:p>
          <a:p>
            <a:pPr eaLnBrk="1" hangingPunct="1" indent="0" lvl="0" marL="0">
              <a:buFontTx/>
              <a:buNone/>
            </a:pPr>
            <a:r>
              <a:rPr altLang="en-US" b="1" sz="2000" lang="en-US">
                <a:latin typeface="Comic Sans MS" pitchFamily="66" charset="0"/>
              </a:rPr>
              <a:t>        I like the people </a:t>
            </a:r>
            <a:r>
              <a:rPr altLang="en-US" b="1" sz="2000" lang="en-US" u="sng">
                <a:solidFill>
                  <a:schemeClr val="accent2"/>
                </a:solidFill>
                <a:latin typeface="Comic Sans MS" pitchFamily="66" charset="0"/>
              </a:rPr>
              <a:t>with</a:t>
            </a:r>
            <a:r>
              <a:rPr altLang="en-US" b="1" sz="2000" lang="en-US" u="sng">
                <a:latin typeface="Comic Sans MS" pitchFamily="66" charset="0"/>
              </a:rPr>
              <a:t> </a:t>
            </a:r>
            <a:r>
              <a:rPr altLang="en-US" b="1" sz="2000" lang="en-US" u="sng">
                <a:solidFill>
                  <a:srgbClr val="C00000"/>
                </a:solidFill>
                <a:latin typeface="Comic Sans MS" pitchFamily="66" charset="0"/>
              </a:rPr>
              <a:t>whom</a:t>
            </a:r>
            <a:r>
              <a:rPr altLang="en-US" b="1" sz="2000" lang="en-US" u="sng">
                <a:latin typeface="Comic Sans MS" pitchFamily="66" charset="0"/>
              </a:rPr>
              <a:t> I work</a:t>
            </a:r>
            <a:r>
              <a:rPr altLang="en-US" b="1" sz="2000" lang="en-US">
                <a:latin typeface="Comic Sans MS" pitchFamily="66" charset="0"/>
              </a:rPr>
              <a:t>.  (Formal)</a:t>
            </a:r>
          </a:p>
          <a:p>
            <a:pPr eaLnBrk="1" hangingPunct="1" indent="0" lvl="0" marL="0">
              <a:buFontTx/>
              <a:buNone/>
            </a:pPr>
            <a:r>
              <a:rPr altLang="en-US" b="1" sz="2000" lang="en-US">
                <a:latin typeface="Comic Sans MS" pitchFamily="66" charset="0"/>
              </a:rPr>
              <a:t> </a:t>
            </a:r>
            <a:r>
              <a:rPr altLang="en-US" b="1" sz="2000" lang="en-US">
                <a:latin typeface="Comic Sans MS" pitchFamily="66" charset="0"/>
              </a:rPr>
              <a:t>       I like the people </a:t>
            </a:r>
            <a:r>
              <a:rPr altLang="en-US" b="1" sz="2000" lang="en-US" u="sng">
                <a:solidFill>
                  <a:srgbClr val="C00000"/>
                </a:solidFill>
                <a:latin typeface="Comic Sans MS" pitchFamily="66" charset="0"/>
              </a:rPr>
              <a:t>that</a:t>
            </a:r>
            <a:r>
              <a:rPr altLang="en-US" b="1" sz="2000" lang="en-US" u="sng">
                <a:latin typeface="Comic Sans MS" pitchFamily="66" charset="0"/>
              </a:rPr>
              <a:t> I work </a:t>
            </a:r>
            <a:r>
              <a:rPr altLang="en-US" b="1" sz="2000" lang="en-US" u="sng">
                <a:solidFill>
                  <a:schemeClr val="accent2"/>
                </a:solidFill>
                <a:latin typeface="Comic Sans MS" pitchFamily="66" charset="0"/>
              </a:rPr>
              <a:t>with</a:t>
            </a:r>
            <a:r>
              <a:rPr altLang="en-US" b="1" sz="2000" lang="en-US">
                <a:latin typeface="Comic Sans MS" pitchFamily="66" charset="0"/>
              </a:rPr>
              <a:t>.   (Informal)</a:t>
            </a:r>
          </a:p>
          <a:p>
            <a:pPr eaLnBrk="1" hangingPunct="1" indent="0" lvl="0" marL="0">
              <a:buFontTx/>
              <a:buNone/>
            </a:pPr>
            <a:r>
              <a:rPr altLang="en-US" b="1" sz="2000" lang="en-US">
                <a:latin typeface="Comic Sans MS" pitchFamily="66" charset="0"/>
              </a:rPr>
              <a:t>        That is the flat </a:t>
            </a:r>
            <a:r>
              <a:rPr altLang="en-US" b="1" sz="2000" lang="en-US" u="sng">
                <a:solidFill>
                  <a:schemeClr val="accent2"/>
                </a:solidFill>
                <a:latin typeface="Comic Sans MS" pitchFamily="66" charset="0"/>
              </a:rPr>
              <a:t>in</a:t>
            </a:r>
            <a:r>
              <a:rPr altLang="en-US" b="1" sz="2000" lang="en-US" u="sng">
                <a:latin typeface="Comic Sans MS" pitchFamily="66" charset="0"/>
              </a:rPr>
              <a:t> </a:t>
            </a:r>
            <a:r>
              <a:rPr altLang="en-US" b="1" sz="2000" lang="en-US" u="sng">
                <a:solidFill>
                  <a:srgbClr val="C00000"/>
                </a:solidFill>
                <a:latin typeface="Comic Sans MS" pitchFamily="66" charset="0"/>
              </a:rPr>
              <a:t>which</a:t>
            </a:r>
            <a:r>
              <a:rPr altLang="en-US" b="1" sz="2000" lang="en-US" u="sng">
                <a:latin typeface="Comic Sans MS" pitchFamily="66" charset="0"/>
              </a:rPr>
              <a:t> my parents live</a:t>
            </a:r>
            <a:r>
              <a:rPr altLang="en-US" b="1" sz="2000" lang="en-US">
                <a:latin typeface="Comic Sans MS" pitchFamily="66" charset="0"/>
              </a:rPr>
              <a:t>.  (Formal)</a:t>
            </a:r>
          </a:p>
          <a:p>
            <a:pPr eaLnBrk="1" hangingPunct="1" indent="0" lvl="0" marL="0">
              <a:buFontTx/>
              <a:buNone/>
            </a:pPr>
            <a:r>
              <a:rPr altLang="en-US" b="1" sz="2000" lang="en-US">
                <a:latin typeface="Comic Sans MS" pitchFamily="66" charset="0"/>
              </a:rPr>
              <a:t>        That is the flat </a:t>
            </a:r>
            <a:r>
              <a:rPr altLang="en-US" b="1" sz="2000" lang="en-US" u="sng">
                <a:solidFill>
                  <a:srgbClr val="C00000"/>
                </a:solidFill>
                <a:latin typeface="Comic Sans MS" pitchFamily="66" charset="0"/>
              </a:rPr>
              <a:t>which</a:t>
            </a:r>
            <a:r>
              <a:rPr altLang="en-US" b="1" sz="2000" lang="en-US" u="sng">
                <a:latin typeface="Comic Sans MS" pitchFamily="66" charset="0"/>
              </a:rPr>
              <a:t> my parents live </a:t>
            </a:r>
            <a:r>
              <a:rPr altLang="en-US" b="1" sz="2000" lang="en-US" u="sng">
                <a:solidFill>
                  <a:schemeClr val="accent2"/>
                </a:solidFill>
                <a:latin typeface="Comic Sans MS" pitchFamily="66" charset="0"/>
              </a:rPr>
              <a:t>in</a:t>
            </a:r>
            <a:r>
              <a:rPr altLang="en-US" b="1" sz="2000" lang="en-US">
                <a:latin typeface="Comic Sans MS" pitchFamily="66" charset="0"/>
              </a:rPr>
              <a:t>.  (Informal)</a:t>
            </a:r>
          </a:p>
          <a:p>
            <a:pPr eaLnBrk="1" hangingPunct="1" indent="0" lvl="0" marL="0">
              <a:buFontTx/>
              <a:buNone/>
            </a:pPr>
            <a:r>
              <a:rPr altLang="en-US" b="1" sz="2000" lang="en-US">
                <a:latin typeface="Comic Sans MS" pitchFamily="66" charset="0"/>
              </a:rPr>
              <a:t>“Who” or “that” are NOT used after prepositions:</a:t>
            </a:r>
          </a:p>
          <a:p>
            <a:pPr eaLnBrk="1" hangingPunct="1" indent="0" lvl="0" marL="0">
              <a:buFontTx/>
              <a:buNone/>
            </a:pPr>
            <a:r>
              <a:rPr altLang="en-US" b="1" sz="2000" lang="en-US">
                <a:latin typeface="Comic Sans MS" pitchFamily="66" charset="0"/>
              </a:rPr>
              <a:t>        I like the people </a:t>
            </a:r>
            <a:r>
              <a:rPr altLang="en-US" b="1" sz="2000" lang="en-US">
                <a:solidFill>
                  <a:schemeClr val="accent2"/>
                </a:solidFill>
                <a:latin typeface="Comic Sans MS" pitchFamily="66" charset="0"/>
              </a:rPr>
              <a:t>with</a:t>
            </a:r>
            <a:r>
              <a:rPr altLang="en-US" b="1" sz="2000" lang="en-US">
                <a:latin typeface="Comic Sans MS" pitchFamily="66" charset="0"/>
              </a:rPr>
              <a:t> </a:t>
            </a:r>
            <a:r>
              <a:rPr altLang="en-US" b="1" sz="2000" lang="en-US">
                <a:solidFill>
                  <a:srgbClr val="C00000"/>
                </a:solidFill>
                <a:latin typeface="Comic Sans MS" pitchFamily="66" charset="0"/>
              </a:rPr>
              <a:t>who</a:t>
            </a:r>
            <a:r>
              <a:rPr altLang="en-US" b="1" sz="2000" lang="en-US">
                <a:latin typeface="Comic Sans MS" pitchFamily="66" charset="0"/>
              </a:rPr>
              <a:t> I work. </a:t>
            </a:r>
            <a:r>
              <a:rPr altLang="en-US" b="1" sz="2400" lang="en-US">
                <a:solidFill>
                  <a:srgbClr val="C00000"/>
                </a:solidFill>
                <a:latin typeface="Comic Sans MS" pitchFamily="66" charset="0"/>
                <a:sym typeface="Symbol" pitchFamily="18" charset="2"/>
              </a:rPr>
              <a:t></a:t>
            </a:r>
          </a:p>
          <a:p>
            <a:pPr eaLnBrk="1" hangingPunct="1" indent="0" lvl="0" marL="0">
              <a:buFontTx/>
              <a:buNone/>
            </a:pPr>
            <a:r>
              <a:rPr altLang="en-US" b="1" sz="2000" lang="en-US">
                <a:latin typeface="Comic Sans MS" pitchFamily="66" charset="0"/>
              </a:rPr>
              <a:t>        That is the flat </a:t>
            </a:r>
            <a:r>
              <a:rPr altLang="en-US" b="1" sz="2000" lang="en-US">
                <a:solidFill>
                  <a:schemeClr val="accent2"/>
                </a:solidFill>
                <a:latin typeface="Comic Sans MS" pitchFamily="66" charset="0"/>
              </a:rPr>
              <a:t>in</a:t>
            </a:r>
            <a:r>
              <a:rPr altLang="en-US" b="1" sz="2000" lang="en-US">
                <a:latin typeface="Comic Sans MS" pitchFamily="66" charset="0"/>
              </a:rPr>
              <a:t> </a:t>
            </a:r>
            <a:r>
              <a:rPr altLang="en-US" b="1" sz="2000" lang="en-US">
                <a:solidFill>
                  <a:srgbClr val="C00000"/>
                </a:solidFill>
                <a:latin typeface="Comic Sans MS" pitchFamily="66" charset="0"/>
              </a:rPr>
              <a:t>that </a:t>
            </a:r>
            <a:r>
              <a:rPr altLang="en-US" b="1" sz="2000" lang="en-US">
                <a:latin typeface="Comic Sans MS" pitchFamily="66" charset="0"/>
              </a:rPr>
              <a:t>my parents live. </a:t>
            </a:r>
            <a:r>
              <a:rPr altLang="en-US" b="1" sz="2000" lang="en-US">
                <a:solidFill>
                  <a:srgbClr val="C00000"/>
                </a:solidFill>
                <a:latin typeface="Comic Sans MS" pitchFamily="66" charset="0"/>
                <a:sym typeface="Symbol" pitchFamily="18" charset="2"/>
              </a:rPr>
              <a:t></a:t>
            </a:r>
          </a:p>
        </p:txBody>
      </p:sp>
    </p:spTree>
  </p:cSld>
  <p:clrMapOvr>
    <a:masterClrMapping/>
  </p:clrMapOvr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0" name="Content Placeholder 2"/>
          <p:cNvSpPr/>
          <p:nvPr>
            <p:ph sz="full" idx="1"/>
          </p:nvPr>
        </p:nvSpPr>
        <p:spPr>
          <a:xfrm rot="0">
            <a:off x="457200" y="411162"/>
            <a:ext cx="8229600" cy="57150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indent="0" lvl="0" marL="0">
              <a:buFontTx/>
              <a:buNone/>
            </a:pPr>
            <a:r>
              <a:rPr altLang="en-US" b="1" sz="2400" lang="en-US">
                <a:solidFill>
                  <a:srgbClr val="7030A0"/>
                </a:solidFill>
                <a:latin typeface="Comic Sans MS" pitchFamily="66" charset="0"/>
              </a:rPr>
              <a:t>The relative pronoun can be </a:t>
            </a:r>
            <a:r>
              <a:rPr altLang="en-US" b="1" sz="2400" lang="en-US">
                <a:solidFill>
                  <a:srgbClr val="C00000"/>
                </a:solidFill>
                <a:latin typeface="Comic Sans MS" pitchFamily="66" charset="0"/>
              </a:rPr>
              <a:t>omitted</a:t>
            </a:r>
            <a:r>
              <a:rPr altLang="en-US" b="1" sz="2400" lang="en-US">
                <a:solidFill>
                  <a:srgbClr val="7030A0"/>
                </a:solidFill>
                <a:latin typeface="Comic Sans MS" pitchFamily="66" charset="0"/>
              </a:rPr>
              <a:t> when it is the </a:t>
            </a:r>
            <a:r>
              <a:rPr altLang="en-US" b="1" sz="2400" lang="en-US">
                <a:solidFill>
                  <a:srgbClr val="C00000"/>
                </a:solidFill>
                <a:latin typeface="Comic Sans MS" pitchFamily="66" charset="0"/>
              </a:rPr>
              <a:t>object</a:t>
            </a:r>
            <a:r>
              <a:rPr altLang="en-US" b="1" sz="2400" lang="en-US">
                <a:solidFill>
                  <a:srgbClr val="7030A0"/>
                </a:solidFill>
                <a:latin typeface="Comic Sans MS" pitchFamily="66" charset="0"/>
              </a:rPr>
              <a:t> of the clause.</a:t>
            </a:r>
          </a:p>
          <a:p>
            <a:pPr indent="0" lvl="0" marL="0">
              <a:buFontTx/>
              <a:buNone/>
            </a:pPr>
            <a:r>
              <a:rPr altLang="en-US" b="1" sz="2400" lang="en-US">
                <a:solidFill>
                  <a:srgbClr val="7030A0"/>
                </a:solidFill>
                <a:latin typeface="Comic Sans MS" pitchFamily="66" charset="0"/>
              </a:rPr>
              <a:t>     The customer </a:t>
            </a:r>
            <a:r>
              <a:rPr altLang="en-US" b="1" sz="2400" lang="en-US">
                <a:solidFill>
                  <a:srgbClr val="C00000"/>
                </a:solidFill>
                <a:latin typeface="Comic Sans MS" pitchFamily="66" charset="0"/>
              </a:rPr>
              <a:t>who</a:t>
            </a:r>
            <a:r>
              <a:rPr altLang="en-US" b="1" sz="2400" lang="en-US">
                <a:solidFill>
                  <a:srgbClr val="7030A0"/>
                </a:solidFill>
                <a:latin typeface="Comic Sans MS" pitchFamily="66" charset="0"/>
              </a:rPr>
              <a:t> I called was very happy.</a:t>
            </a:r>
            <a:r>
              <a:rPr altLang="en-US" b="1" sz="2400" lang="en-US">
                <a:solidFill>
                  <a:srgbClr val="C00000"/>
                </a:solidFill>
                <a:latin typeface="Comic Sans MS" pitchFamily="66" charset="0"/>
                <a:sym typeface="Symbol" pitchFamily="18" charset="2"/>
              </a:rPr>
              <a:t></a:t>
            </a:r>
          </a:p>
          <a:p>
            <a:pPr indent="0" lvl="0" marL="0">
              <a:buFontTx/>
              <a:buNone/>
            </a:pPr>
            <a:r>
              <a:rPr altLang="en-US" b="1" sz="2400" lang="en-US">
                <a:solidFill>
                  <a:srgbClr val="7030A0"/>
                </a:solidFill>
                <a:latin typeface="Comic Sans MS" pitchFamily="66" charset="0"/>
              </a:rPr>
              <a:t>     The customer I called was very happy.     </a:t>
            </a:r>
            <a:r>
              <a:rPr altLang="en-US" b="1" sz="2400" lang="en-US">
                <a:solidFill>
                  <a:srgbClr val="C00000"/>
                </a:solidFill>
                <a:latin typeface="Comic Sans MS" pitchFamily="66" charset="0"/>
                <a:sym typeface="Symbol" pitchFamily="18" charset="2"/>
              </a:rPr>
              <a:t> </a:t>
            </a:r>
          </a:p>
          <a:p>
            <a:pPr indent="0" lvl="0" marL="0">
              <a:buFontTx/>
              <a:buNone/>
            </a:pPr>
            <a:endParaRPr altLang="en-US" b="1" sz="2400" lang="en-US">
              <a:solidFill>
                <a:srgbClr val="7030A0"/>
              </a:solidFill>
              <a:latin typeface="Comic Sans MS" pitchFamily="66" charset="0"/>
              <a:sym typeface="Symbol" pitchFamily="18" charset="2"/>
            </a:endParaRPr>
          </a:p>
          <a:p>
            <a:pPr indent="0" lvl="0" marL="0">
              <a:buFontTx/>
              <a:buNone/>
            </a:pPr>
            <a:r>
              <a:rPr altLang="en-US" b="1" sz="2400" lang="en-US">
                <a:solidFill>
                  <a:srgbClr val="7030A0"/>
                </a:solidFill>
                <a:latin typeface="Comic Sans MS" pitchFamily="66" charset="0"/>
                <a:sym typeface="Symbol" pitchFamily="18" charset="2"/>
              </a:rPr>
              <a:t>     </a:t>
            </a:r>
            <a:r>
              <a:rPr altLang="en-US" b="1" sz="2400" lang="en-US">
                <a:solidFill>
                  <a:srgbClr val="7030A0"/>
                </a:solidFill>
                <a:latin typeface="Comic Sans MS" pitchFamily="66" charset="0"/>
              </a:rPr>
              <a:t>He is eating the sandwich </a:t>
            </a:r>
            <a:r>
              <a:rPr altLang="en-US" b="1" sz="2400" lang="en-US">
                <a:solidFill>
                  <a:srgbClr val="C00000"/>
                </a:solidFill>
                <a:latin typeface="Comic Sans MS" pitchFamily="66" charset="0"/>
              </a:rPr>
              <a:t>that</a:t>
            </a:r>
            <a:r>
              <a:rPr altLang="en-US" b="1" sz="2400" lang="en-US">
                <a:solidFill>
                  <a:srgbClr val="7030A0"/>
                </a:solidFill>
                <a:latin typeface="Comic Sans MS" pitchFamily="66" charset="0"/>
              </a:rPr>
              <a:t> you made.  </a:t>
            </a:r>
            <a:r>
              <a:rPr altLang="en-US" b="1" sz="2400" lang="en-US">
                <a:solidFill>
                  <a:srgbClr val="C00000"/>
                </a:solidFill>
                <a:latin typeface="Comic Sans MS" pitchFamily="66" charset="0"/>
                <a:sym typeface="Symbol" pitchFamily="18" charset="2"/>
              </a:rPr>
              <a:t></a:t>
            </a:r>
          </a:p>
          <a:p>
            <a:pPr indent="0" lvl="0" marL="0">
              <a:buFontTx/>
              <a:buNone/>
            </a:pPr>
            <a:r>
              <a:rPr altLang="en-US" b="1" sz="2400" lang="en-US">
                <a:solidFill>
                  <a:srgbClr val="7030A0"/>
                </a:solidFill>
                <a:latin typeface="Comic Sans MS" pitchFamily="66" charset="0"/>
              </a:rPr>
              <a:t>     He </a:t>
            </a:r>
            <a:r>
              <a:rPr altLang="en-US" b="1" sz="2400" lang="en-US">
                <a:solidFill>
                  <a:srgbClr val="7030A0"/>
                </a:solidFill>
                <a:latin typeface="Comic Sans MS" pitchFamily="66" charset="0"/>
              </a:rPr>
              <a:t>is eating the </a:t>
            </a:r>
            <a:r>
              <a:rPr altLang="en-US" b="1" sz="2400" lang="en-US">
                <a:solidFill>
                  <a:srgbClr val="7030A0"/>
                </a:solidFill>
                <a:latin typeface="Comic Sans MS" pitchFamily="66" charset="0"/>
              </a:rPr>
              <a:t>sandwich you </a:t>
            </a:r>
            <a:r>
              <a:rPr altLang="en-US" b="1" sz="2400" lang="en-US">
                <a:solidFill>
                  <a:srgbClr val="7030A0"/>
                </a:solidFill>
                <a:latin typeface="Comic Sans MS" pitchFamily="66" charset="0"/>
              </a:rPr>
              <a:t>made</a:t>
            </a:r>
            <a:r>
              <a:rPr altLang="en-US" b="1" sz="2400" lang="en-US">
                <a:solidFill>
                  <a:srgbClr val="7030A0"/>
                </a:solidFill>
                <a:latin typeface="Comic Sans MS" pitchFamily="66" charset="0"/>
              </a:rPr>
              <a:t>.        </a:t>
            </a:r>
            <a:r>
              <a:rPr altLang="en-US" b="1" sz="2400" lang="en-US">
                <a:solidFill>
                  <a:srgbClr val="C00000"/>
                </a:solidFill>
                <a:latin typeface="Comic Sans MS" pitchFamily="66" charset="0"/>
                <a:sym typeface="Symbol" pitchFamily="18" charset="2"/>
              </a:rPr>
              <a:t></a:t>
            </a:r>
          </a:p>
          <a:p>
            <a:pPr indent="0" lvl="0" marL="0">
              <a:buFontTx/>
              <a:buNone/>
            </a:pPr>
            <a:r>
              <a:rPr altLang="en-US" b="1" sz="2400" lang="en-US">
                <a:solidFill>
                  <a:srgbClr val="7030A0"/>
                </a:solidFill>
                <a:latin typeface="Comic Sans MS" pitchFamily="66" charset="0"/>
              </a:rPr>
              <a:t>When the relative pronoun is the </a:t>
            </a:r>
            <a:r>
              <a:rPr altLang="en-US" b="1" sz="2400" lang="en-US">
                <a:solidFill>
                  <a:srgbClr val="C00000"/>
                </a:solidFill>
                <a:latin typeface="Comic Sans MS" pitchFamily="66" charset="0"/>
              </a:rPr>
              <a:t>subject</a:t>
            </a:r>
            <a:r>
              <a:rPr altLang="en-US" b="1" sz="2400" lang="en-US">
                <a:solidFill>
                  <a:srgbClr val="7030A0"/>
                </a:solidFill>
                <a:latin typeface="Comic Sans MS" pitchFamily="66" charset="0"/>
              </a:rPr>
              <a:t> of the clause, it </a:t>
            </a:r>
            <a:r>
              <a:rPr altLang="en-US" b="1" sz="2400" lang="en-US">
                <a:solidFill>
                  <a:srgbClr val="C00000"/>
                </a:solidFill>
                <a:latin typeface="Comic Sans MS" pitchFamily="66" charset="0"/>
              </a:rPr>
              <a:t>cannot</a:t>
            </a:r>
            <a:r>
              <a:rPr altLang="en-US" b="1" sz="2400" lang="en-US">
                <a:solidFill>
                  <a:srgbClr val="7030A0"/>
                </a:solidFill>
                <a:latin typeface="Comic Sans MS" pitchFamily="66" charset="0"/>
              </a:rPr>
              <a:t> be omitted.</a:t>
            </a:r>
          </a:p>
          <a:p>
            <a:pPr indent="0" lvl="0" marL="0">
              <a:buFontTx/>
              <a:buNone/>
            </a:pPr>
            <a:r>
              <a:rPr altLang="en-US" b="1" sz="2400" lang="en-US">
                <a:solidFill>
                  <a:srgbClr val="7030A0"/>
                </a:solidFill>
                <a:latin typeface="Comic Sans MS" pitchFamily="66" charset="0"/>
              </a:rPr>
              <a:t>    The customer </a:t>
            </a:r>
            <a:r>
              <a:rPr altLang="en-US" b="1" sz="2400" lang="en-US">
                <a:solidFill>
                  <a:srgbClr val="C00000"/>
                </a:solidFill>
                <a:latin typeface="Comic Sans MS" pitchFamily="66" charset="0"/>
              </a:rPr>
              <a:t>who</a:t>
            </a:r>
            <a:r>
              <a:rPr altLang="en-US" b="1" sz="2400" lang="en-US">
                <a:solidFill>
                  <a:srgbClr val="7030A0"/>
                </a:solidFill>
                <a:latin typeface="Comic Sans MS" pitchFamily="66" charset="0"/>
              </a:rPr>
              <a:t> called me was angry.      </a:t>
            </a:r>
            <a:r>
              <a:rPr altLang="en-US" b="1" sz="2400" lang="en-US">
                <a:solidFill>
                  <a:srgbClr val="C00000"/>
                </a:solidFill>
                <a:latin typeface="Comic Sans MS" pitchFamily="66" charset="0"/>
                <a:sym typeface="Symbol" pitchFamily="18" charset="2"/>
              </a:rPr>
              <a:t></a:t>
            </a:r>
          </a:p>
          <a:p>
            <a:pPr indent="0" lvl="0" marL="0">
              <a:buFontTx/>
              <a:buNone/>
            </a:pPr>
            <a:r>
              <a:rPr altLang="en-US" b="1" sz="2400" lang="en-US">
                <a:solidFill>
                  <a:srgbClr val="7030A0"/>
                </a:solidFill>
                <a:latin typeface="Comic Sans MS" pitchFamily="66" charset="0"/>
              </a:rPr>
              <a:t>    The customer called me yesterday was angry.</a:t>
            </a:r>
            <a:r>
              <a:rPr altLang="en-US" b="1" sz="2400" lang="en-US">
                <a:solidFill>
                  <a:srgbClr val="C00000"/>
                </a:solidFill>
                <a:latin typeface="Comic Sans MS" pitchFamily="66" charset="0"/>
                <a:sym typeface="Symbol" pitchFamily="18" charset="2"/>
              </a:rPr>
              <a:t></a:t>
            </a:r>
          </a:p>
          <a:p>
            <a:pPr indent="0" lvl="0" marL="0">
              <a:buFontTx/>
              <a:buNone/>
            </a:pPr>
            <a:endParaRPr altLang="en-US" b="1" sz="2400" lang="en-US">
              <a:solidFill>
                <a:srgbClr val="7030A0"/>
              </a:solidFill>
              <a:latin typeface="Comic Sans MS" pitchFamily="66" charset="0"/>
            </a:endParaRPr>
          </a:p>
          <a:p>
            <a:pPr indent="0" lvl="0" marL="0">
              <a:buFontTx/>
              <a:buNone/>
            </a:pPr>
            <a:endParaRPr altLang="en-US" b="1" sz="2400" lang="sr-Latn-CS">
              <a:solidFill>
                <a:srgbClr val="7030A0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1" name="Rectangle 3"/>
          <p:cNvSpPr/>
          <p:nvPr>
            <p:ph type="body" sz="full" idx="1"/>
          </p:nvPr>
        </p:nvSpPr>
        <p:spPr>
          <a:xfrm rot="0">
            <a:off x="457200" y="587375"/>
            <a:ext cx="8229600" cy="44259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indent="0" lvl="0" marL="0">
              <a:buFontTx/>
              <a:buNone/>
            </a:pPr>
            <a:r>
              <a:rPr altLang="en-US" b="1" sz="2800" lang="en-US">
                <a:solidFill>
                  <a:srgbClr val="04053A"/>
                </a:solidFill>
                <a:latin typeface="Comic Sans MS" pitchFamily="66" charset="0"/>
              </a:rPr>
              <a:t>Punctuation Rule</a:t>
            </a:r>
          </a:p>
          <a:p>
            <a:pPr eaLnBrk="1" hangingPunct="1" indent="0" lvl="0" marL="0">
              <a:buFontTx/>
              <a:buNone/>
            </a:pPr>
            <a:r>
              <a:rPr altLang="en-US" b="1" sz="2000" lang="en-US">
                <a:solidFill>
                  <a:srgbClr val="04053A"/>
                </a:solidFill>
                <a:latin typeface="Comic Sans MS" pitchFamily="66" charset="0"/>
              </a:rPr>
              <a:t>We do not use </a:t>
            </a:r>
            <a:r>
              <a:rPr altLang="en-US" b="1" sz="2000" lang="en-US">
                <a:solidFill>
                  <a:srgbClr val="C00000"/>
                </a:solidFill>
                <a:latin typeface="Comic Sans MS" pitchFamily="66" charset="0"/>
              </a:rPr>
              <a:t>commas</a:t>
            </a:r>
            <a:r>
              <a:rPr altLang="en-US" b="1" sz="2000" lang="en-US">
                <a:solidFill>
                  <a:srgbClr val="04053A"/>
                </a:solidFill>
                <a:latin typeface="Comic Sans MS" pitchFamily="66" charset="0"/>
              </a:rPr>
              <a:t> when writing defining relative clauses.</a:t>
            </a:r>
          </a:p>
          <a:p>
            <a:pPr eaLnBrk="1" hangingPunct="1" indent="0" lvl="0" marL="0">
              <a:buFontTx/>
              <a:buNone/>
            </a:pPr>
            <a:endParaRPr altLang="en-US" b="1" sz="2000" lang="en-US">
              <a:solidFill>
                <a:srgbClr val="04053A"/>
              </a:solidFill>
              <a:latin typeface="Comic Sans MS" pitchFamily="66" charset="0"/>
            </a:endParaRPr>
          </a:p>
          <a:p>
            <a:pPr eaLnBrk="1" hangingPunct="1" indent="0" lvl="0" marL="0">
              <a:buFontTx/>
              <a:buNone/>
            </a:pPr>
            <a:r>
              <a:rPr altLang="en-US" b="1" sz="2000" lang="en-US">
                <a:solidFill>
                  <a:srgbClr val="04053A"/>
                </a:solidFill>
                <a:latin typeface="Comic Sans MS" pitchFamily="66" charset="0"/>
              </a:rPr>
              <a:t>            It’s a book </a:t>
            </a:r>
            <a:r>
              <a:rPr altLang="en-US" b="1" sz="2000" lang="en-US">
                <a:solidFill>
                  <a:schemeClr val="accent2"/>
                </a:solidFill>
                <a:latin typeface="Comic Sans MS" pitchFamily="66" charset="0"/>
              </a:rPr>
              <a:t>which </a:t>
            </a:r>
            <a:r>
              <a:rPr altLang="en-US" b="1" sz="2000" lang="en-US">
                <a:solidFill>
                  <a:srgbClr val="04053A"/>
                </a:solidFill>
                <a:latin typeface="Comic Sans MS" pitchFamily="66" charset="0"/>
              </a:rPr>
              <a:t>will interest you. </a:t>
            </a:r>
            <a:r>
              <a:rPr altLang="en-US" b="1" sz="2000" lang="en-US">
                <a:solidFill>
                  <a:srgbClr val="C00000"/>
                </a:solidFill>
                <a:latin typeface="Comic Sans MS" pitchFamily="66" charset="0"/>
                <a:sym typeface="Symbol" pitchFamily="18" charset="2"/>
              </a:rPr>
              <a:t></a:t>
            </a:r>
          </a:p>
          <a:p>
            <a:pPr eaLnBrk="1" hangingPunct="1" indent="0" lvl="0" marL="0">
              <a:buFontTx/>
              <a:buNone/>
            </a:pPr>
            <a:r>
              <a:rPr altLang="en-US" b="1" sz="2000" lang="en-US">
                <a:solidFill>
                  <a:srgbClr val="04053A"/>
                </a:solidFill>
                <a:latin typeface="Comic Sans MS" pitchFamily="66" charset="0"/>
              </a:rPr>
              <a:t>            </a:t>
            </a:r>
            <a:r>
              <a:rPr altLang="en-US" b="1" sz="2000" lang="en-US">
                <a:solidFill>
                  <a:srgbClr val="04053A"/>
                </a:solidFill>
                <a:latin typeface="Comic Sans MS" pitchFamily="66" charset="0"/>
              </a:rPr>
              <a:t>It’s a </a:t>
            </a:r>
            <a:r>
              <a:rPr altLang="en-US" b="1" sz="2000" lang="en-US">
                <a:solidFill>
                  <a:srgbClr val="04053A"/>
                </a:solidFill>
                <a:latin typeface="Comic Sans MS" pitchFamily="66" charset="0"/>
              </a:rPr>
              <a:t>book</a:t>
            </a:r>
            <a:r>
              <a:rPr altLang="en-US" b="1" sz="2400" lang="en-US">
                <a:solidFill>
                  <a:srgbClr val="C00000"/>
                </a:solidFill>
                <a:latin typeface="Comic Sans MS" pitchFamily="66" charset="0"/>
              </a:rPr>
              <a:t>,</a:t>
            </a:r>
            <a:r>
              <a:rPr altLang="en-US" b="1" sz="2000" lang="en-US">
                <a:solidFill>
                  <a:srgbClr val="04053A"/>
                </a:solidFill>
                <a:latin typeface="Comic Sans MS" pitchFamily="66" charset="0"/>
              </a:rPr>
              <a:t> </a:t>
            </a:r>
            <a:r>
              <a:rPr altLang="en-US" b="1" sz="2000" lang="en-US">
                <a:solidFill>
                  <a:schemeClr val="accent2"/>
                </a:solidFill>
                <a:latin typeface="Comic Sans MS" pitchFamily="66" charset="0"/>
              </a:rPr>
              <a:t>which </a:t>
            </a:r>
            <a:r>
              <a:rPr altLang="en-US" b="1" sz="2000" lang="en-US">
                <a:solidFill>
                  <a:srgbClr val="04053A"/>
                </a:solidFill>
                <a:latin typeface="Comic Sans MS" pitchFamily="66" charset="0"/>
              </a:rPr>
              <a:t>will interest you. </a:t>
            </a:r>
            <a:r>
              <a:rPr altLang="en-US" b="1" sz="2000" lang="en-US">
                <a:solidFill>
                  <a:srgbClr val="C00000"/>
                </a:solidFill>
                <a:latin typeface="Comic Sans MS" pitchFamily="66" charset="0"/>
                <a:sym typeface="Symbol" pitchFamily="18" charset="2"/>
              </a:rPr>
              <a:t></a:t>
            </a:r>
          </a:p>
          <a:p>
            <a:pPr eaLnBrk="1" hangingPunct="1" indent="0" lvl="0" marL="0">
              <a:buFontTx/>
              <a:buNone/>
            </a:pPr>
            <a:endParaRPr altLang="en-US" b="1" sz="2000" lang="en-US">
              <a:solidFill>
                <a:srgbClr val="04053A"/>
              </a:solidFill>
              <a:latin typeface="Comic Sans MS" pitchFamily="66" charset="0"/>
              <a:sym typeface="Symbol" pitchFamily="18" charset="2"/>
            </a:endParaRPr>
          </a:p>
          <a:p>
            <a:pPr eaLnBrk="1" hangingPunct="1" indent="0" lvl="0" marL="0">
              <a:buFontTx/>
              <a:buNone/>
            </a:pPr>
            <a:r>
              <a:rPr altLang="en-US" b="1" sz="2000" lang="en-US">
                <a:solidFill>
                  <a:srgbClr val="04053A"/>
                </a:solidFill>
                <a:latin typeface="Comic Sans MS" pitchFamily="66" charset="0"/>
                <a:sym typeface="Symbol" pitchFamily="18" charset="2"/>
              </a:rPr>
              <a:t>            The girl who is talking to Mark is my sister. </a:t>
            </a:r>
            <a:r>
              <a:rPr altLang="en-US" b="1" sz="2000" lang="en-US">
                <a:solidFill>
                  <a:srgbClr val="C00000"/>
                </a:solidFill>
                <a:latin typeface="Comic Sans MS" pitchFamily="66" charset="0"/>
                <a:sym typeface="Symbol" pitchFamily="18" charset="2"/>
              </a:rPr>
              <a:t></a:t>
            </a:r>
          </a:p>
          <a:p>
            <a:pPr eaLnBrk="1" hangingPunct="1" indent="0" lvl="0" marL="0">
              <a:buFontTx/>
              <a:buNone/>
            </a:pPr>
            <a:r>
              <a:rPr altLang="en-US" b="1" sz="2000" lang="en-US">
                <a:solidFill>
                  <a:srgbClr val="04053A"/>
                </a:solidFill>
                <a:latin typeface="Comic Sans MS" pitchFamily="66" charset="0"/>
                <a:sym typeface="Symbol" pitchFamily="18" charset="2"/>
              </a:rPr>
              <a:t>            The girl</a:t>
            </a:r>
            <a:r>
              <a:rPr altLang="en-US" b="1" sz="2000" lang="en-US">
                <a:solidFill>
                  <a:srgbClr val="C00000"/>
                </a:solidFill>
                <a:latin typeface="Comic Sans MS" pitchFamily="66" charset="0"/>
              </a:rPr>
              <a:t>, </a:t>
            </a:r>
            <a:r>
              <a:rPr altLang="en-US" b="1" sz="2000" lang="en-US">
                <a:solidFill>
                  <a:srgbClr val="04053A"/>
                </a:solidFill>
                <a:latin typeface="Comic Sans MS" pitchFamily="66" charset="0"/>
                <a:sym typeface="Symbol" pitchFamily="18" charset="2"/>
              </a:rPr>
              <a:t>who </a:t>
            </a:r>
            <a:r>
              <a:rPr altLang="en-US" b="1" sz="2000" lang="en-US">
                <a:solidFill>
                  <a:srgbClr val="04053A"/>
                </a:solidFill>
                <a:latin typeface="Comic Sans MS" pitchFamily="66" charset="0"/>
                <a:sym typeface="Symbol" pitchFamily="18" charset="2"/>
              </a:rPr>
              <a:t>is talking to Mark is my sister</a:t>
            </a:r>
            <a:r>
              <a:rPr altLang="en-US" b="1" sz="2000" lang="en-US">
                <a:solidFill>
                  <a:srgbClr val="04053A"/>
                </a:solidFill>
                <a:latin typeface="Comic Sans MS" pitchFamily="66" charset="0"/>
                <a:sym typeface="Symbol" pitchFamily="18" charset="2"/>
              </a:rPr>
              <a:t>.</a:t>
            </a:r>
            <a:r>
              <a:rPr altLang="en-US" b="1" sz="2000" lang="en-US">
                <a:solidFill>
                  <a:srgbClr val="C00000"/>
                </a:solidFill>
                <a:latin typeface="Comic Sans MS" pitchFamily="66" charset="0"/>
                <a:sym typeface="Symbol" pitchFamily="18" charset="2"/>
              </a:rPr>
              <a:t> </a:t>
            </a:r>
          </a:p>
          <a:p>
            <a:pPr eaLnBrk="1" hangingPunct="1" indent="0" lvl="0" marL="0">
              <a:buFontTx/>
              <a:buNone/>
            </a:pPr>
            <a:endParaRPr altLang="en-US" b="1" sz="2000" lang="en-US">
              <a:solidFill>
                <a:srgbClr val="04053A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/>
</p:sld>
</file>

<file path=ppt/theme/theme1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808080"/>
      </a:dk2>
      <a:lt2>
        <a:srgbClr val="00000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Default Color Scheme 1">
        <a:dk1>
          <a:srgbClr val="000000"/>
        </a:dk1>
        <a:lt1>
          <a:srgbClr val="FFFFFF"/>
        </a:lt1>
        <a:dk2>
          <a:srgbClr val="808080"/>
        </a:dk2>
        <a:lt2>
          <a:srgbClr val="00000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</a:extraClrScheme>
    <a:extraClrScheme>
      <a:clrScheme name="Default Color Scheme 2">
        <a:dk1>
          <a:srgbClr val="000000"/>
        </a:dk1>
        <a:lt1>
          <a:srgbClr val="FFFFFF"/>
        </a:lt1>
        <a:dk2>
          <a:srgbClr val="969696"/>
        </a:dk2>
        <a:lt2>
          <a:srgbClr val="000000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</a:extraClrScheme>
    <a:extraClrScheme>
      <a:clrScheme name="Default Color Scheme 3">
        <a:dk1>
          <a:srgbClr val="000000"/>
        </a:dk1>
        <a:lt1>
          <a:srgbClr val="FFFFFF"/>
        </a:lt1>
        <a:dk2>
          <a:srgbClr val="808080"/>
        </a:dk2>
        <a:lt2>
          <a:srgbClr val="00000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</a:extraClrScheme>
    <a:extraClrScheme>
      <a:clrScheme name="Default Color Scheme 4">
        <a:dk1>
          <a:srgbClr val="000000"/>
        </a:dk1>
        <a:lt1>
          <a:srgbClr val="DEF6F1"/>
        </a:lt1>
        <a:dk2>
          <a:srgbClr val="969696"/>
        </a:dk2>
        <a:lt2>
          <a:srgbClr val="000000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</a:extraClrScheme>
    <a:extraClrScheme>
      <a:clrScheme name="Default Color Scheme 5">
        <a:dk1>
          <a:srgbClr val="000000"/>
        </a:dk1>
        <a:lt1>
          <a:srgbClr val="FFFFD9"/>
        </a:lt1>
        <a:dk2>
          <a:srgbClr val="777777"/>
        </a:dk2>
        <a:lt2>
          <a:srgbClr val="000000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</a:extraClrScheme>
    <a:extraClrScheme>
      <a:clrScheme name="Default Color Scheme 6">
        <a:dk1>
          <a:srgbClr val="FFFFFF"/>
        </a:dk1>
        <a:lt1>
          <a:srgbClr val="008080"/>
        </a:lt1>
        <a:dk2>
          <a:srgbClr val="005A58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</a:extraClrScheme>
    <a:extraClrScheme>
      <a:clrScheme name="Default Color Scheme 7">
        <a:dk1>
          <a:srgbClr val="FFFFFF"/>
        </a:dk1>
        <a:lt1>
          <a:srgbClr val="800000"/>
        </a:lt1>
        <a:dk2>
          <a:srgbClr val="5C1F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</a:extraClrScheme>
    <a:extraClrScheme>
      <a:clrScheme name="Default Color Scheme 8">
        <a:dk1>
          <a:srgbClr val="FFFFFF"/>
        </a:dk1>
        <a:lt1>
          <a:srgbClr val="000099"/>
        </a:lt1>
        <a:dk2>
          <a:srgbClr val="003366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</a:extraClrScheme>
    <a:extraClrScheme>
      <a:clrScheme name="Default Color Scheme 9">
        <a:dk1>
          <a:srgbClr val="FFFFFF"/>
        </a:dk1>
        <a:lt1>
          <a:srgbClr val="000000"/>
        </a:lt1>
        <a:dk2>
          <a:srgbClr val="336699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</a:extraClrScheme>
    <a:extraClrScheme>
      <a:clrScheme name="Default Color Scheme 10">
        <a:dk1>
          <a:srgbClr val="FFFFFF"/>
        </a:dk1>
        <a:lt1>
          <a:srgbClr val="686B5D"/>
        </a:lt1>
        <a:dk2>
          <a:srgbClr val="777777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</a:extraClrScheme>
    <a:extraClrScheme>
      <a:clrScheme name="Default Color Scheme 11">
        <a:dk1>
          <a:srgbClr val="FFFFFF"/>
        </a:dk1>
        <a:lt1>
          <a:srgbClr val="666699"/>
        </a:lt1>
        <a:dk2>
          <a:srgbClr val="3E3E5C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</a:extraClrScheme>
    <a:extraClrScheme>
      <a:clrScheme name="Default Color Scheme 12">
        <a:dk1>
          <a:srgbClr val="FFFFFF"/>
        </a:dk1>
        <a:lt1>
          <a:srgbClr val="523E26"/>
        </a:lt1>
        <a:dk2>
          <a:srgbClr val="2D2015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ScaleCrop>0</ScaleCrop>
  <LinksUpToDate>0</LinksUpToD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Relative clauses</dc:title>
  <dc:creator>My PC</dc:creator>
  <cp:lastModifiedBy>Successor</cp:lastModifiedBy>
  <dcterms:created xsi:type="dcterms:W3CDTF">2010-12-19T05:40:26Z</dcterms:created>
  <dcterms:modified xsi:type="dcterms:W3CDTF">2026-09-05T14:33:13Z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8f28da650dc84fd3aac6e1edb1b615f1_23</vt:lpwstr>
  </property>
</Properties>
</file>